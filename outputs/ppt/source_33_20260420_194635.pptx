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新华网-首页</a:t>
            </a:r>
          </a:p>
          <a:p>
            <a:r>
              <a:t>2026-04-20 19:46:35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**近期活跃度较低**：过去7天仅记录到1次数据更新（4月20日），总变更次数为4次，整体内容更新频率较为平缓。  </a:t>
            </a:r>
          </a:p>
          <a:p>
            <a:r>
              <a:t>2. **热点内容集中**：近30天最受关注的记录为“习近平同沙特王储兼首相穆罕默德通电话”，共出现4次，表明当前内容焦点高度集中于政治外交领域。  </a:t>
            </a:r>
          </a:p>
          <a:p>
            <a:r>
              <a:t>3. **整体更新量有限**：总变更次数仅为4次，结合近期数据，说明该数据集规模较小或更新节奏较慢，可能需要关注数据源的持续性。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source_33_20260420_194635_trend.png</a:t>
            </a:r>
          </a:p>
        </p:txBody>
      </p:sp>
      <p:pic>
        <p:nvPicPr>
          <p:cNvPr id="3" name="Picture 2" descr="source_33_20260420_19463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source_33_20260420_194635_cumulative.png</a:t>
            </a:r>
          </a:p>
        </p:txBody>
      </p:sp>
      <p:pic>
        <p:nvPicPr>
          <p:cNvPr id="3" name="Picture 2" descr="source_33_20260420_19463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source_33_20260420_194635_top.png</a:t>
            </a:r>
          </a:p>
        </p:txBody>
      </p:sp>
      <p:pic>
        <p:nvPicPr>
          <p:cNvPr id="3" name="Picture 2" descr="source_33_20260420_19463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