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新华网-首页</a:t>
            </a:r>
          </a:p>
          <a:p>
            <a:r>
              <a:t>2026-04-20 19:37:19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**近期活跃度较低**：过去7天仅记录到1次数据更新（4月20日），整体更新频率较为平缓。  </a:t>
            </a:r>
          </a:p>
          <a:p>
            <a:r>
              <a:t>2. **热点内容集中**：近30天内最受关注的记录为“习近平同沙特王储兼首相穆罕默德通电话”，累计出现3次，显示该话题持续受到关注。  </a:t>
            </a:r>
          </a:p>
          <a:p>
            <a:r>
              <a:t>3. **整体变动有限**：总数据变动次数为3次，说明近期内容更新规模较小，可能处于信息稳定期。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source_33_20260420_193718_trend.png</a:t>
            </a:r>
          </a:p>
        </p:txBody>
      </p:sp>
      <p:pic>
        <p:nvPicPr>
          <p:cNvPr id="3" name="Picture 2" descr="source_33_20260420_193718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source_33_20260420_193718_cumulative.png</a:t>
            </a:r>
          </a:p>
        </p:txBody>
      </p:sp>
      <p:pic>
        <p:nvPicPr>
          <p:cNvPr id="3" name="Picture 2" descr="source_33_20260420_193718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source_33_20260420_193718_top.png</a:t>
            </a:r>
          </a:p>
        </p:txBody>
      </p:sp>
      <p:pic>
        <p:nvPicPr>
          <p:cNvPr id="3" name="Picture 2" descr="source_33_20260420_193718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