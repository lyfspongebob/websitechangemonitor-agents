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19:51:50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**近期活跃度较低**：过去7天仅有一次内容更新（4月20日），整体更新频率偏低，可能处于内容调整或运营平缓期。  </a:t>
            </a:r>
          </a:p>
          <a:p>
            <a:r>
              <a:t>2. **热点内容集中**：近30天最受关注的记录为《第一代网红奶茶奈雪，怎么悄悄亏麻了?》，累计4次互动，显示用户对行业趋势与品牌动态兴趣较高。  </a:t>
            </a:r>
          </a:p>
          <a:p>
            <a:r>
              <a:t>3. **整体内容量有限**：总更新记录仅4条，内容库规模较小，建议持续扩充优质内容以提升活跃度与用户粘性。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source_23_20260420_195150_trend.png</a:t>
            </a:r>
          </a:p>
        </p:txBody>
      </p:sp>
      <p:pic>
        <p:nvPicPr>
          <p:cNvPr id="3" name="Picture 2" descr="source_23_20260420_1951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source_23_20260420_195150_cumulative.png</a:t>
            </a:r>
          </a:p>
        </p:txBody>
      </p:sp>
      <p:pic>
        <p:nvPicPr>
          <p:cNvPr id="3" name="Picture 2" descr="source_23_20260420_1951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source_23_20260420_195150_top.png</a:t>
            </a:r>
          </a:p>
        </p:txBody>
      </p:sp>
      <p:pic>
        <p:nvPicPr>
          <p:cNvPr id="3" name="Picture 2" descr="source_23_20260420_1951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