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网易财经</a:t>
            </a:r>
          </a:p>
          <a:p>
            <a:r>
              <a:t>2026-04-20 19:46:13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**近期活跃度集中**：过去7天内仅4月20日有6次数据变动，表明近期更新活动较为集中，其他日期无变化。</a:t>
            </a:r>
          </a:p>
          <a:p/>
          <a:p>
            <a:r>
              <a:t>2. **热点内容突出**：近30天最受关注的记录为“利润暴跌7成，字节到底在做什么”，共被访问6次，反映该话题为用户关注焦点。</a:t>
            </a:r>
          </a:p>
          <a:p/>
          <a:p>
            <a:r>
              <a:t>3. **整体变动量较低**：总变动次数为6次，与近期单日变动量相同，说明数据更新频率较低，整体活跃度有限。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source_14_20260420_194612_trend.png</a:t>
            </a:r>
          </a:p>
        </p:txBody>
      </p:sp>
      <p:pic>
        <p:nvPicPr>
          <p:cNvPr id="3" name="Picture 2" descr="source_14_20260420_19461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source_14_20260420_194612_cumulative.png</a:t>
            </a:r>
          </a:p>
        </p:txBody>
      </p:sp>
      <p:pic>
        <p:nvPicPr>
          <p:cNvPr id="3" name="Picture 2" descr="source_14_20260420_19461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source_14_20260420_194612_top.png</a:t>
            </a:r>
          </a:p>
        </p:txBody>
      </p:sp>
      <p:pic>
        <p:nvPicPr>
          <p:cNvPr id="3" name="Picture 2" descr="source_14_20260420_19461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