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腾讯新闻-首页</a:t>
            </a:r>
          </a:p>
          <a:p>
            <a:r>
              <a:t>2026-04-20 19:07:39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**近期活跃度较低**：过去7天内仅有一次数据变更（4月20日），表明近期业务或系统变动较少，整体处于低活跃状态。  </a:t>
            </a:r>
          </a:p>
          <a:p>
            <a:r>
              <a:t>2. **未知记录占主导**：近30天内的主要变更记录（top_records_last_30_days）中，关键字段为“unknown”，可能需关注数据来源的完整性或分类准确性。  </a:t>
            </a:r>
          </a:p>
          <a:p>
            <a:r>
              <a:t>3. **整体变动有限**：总变更次数（total_changes）仅为1次，结合近期数据，说明系统或业务长期处于稳定状态，变动需求较少。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source_16_20260420_190739_trend.png</a:t>
            </a:r>
          </a:p>
        </p:txBody>
      </p:sp>
      <p:pic>
        <p:nvPicPr>
          <p:cNvPr id="3" name="Picture 2" descr="source_16_20260420_19073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source_16_20260420_190739_cumulative.png</a:t>
            </a:r>
          </a:p>
        </p:txBody>
      </p:sp>
      <p:pic>
        <p:nvPicPr>
          <p:cNvPr id="3" name="Picture 2" descr="source_16_20260420_19073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source_16_20260420_190739_top.png</a:t>
            </a:r>
          </a:p>
        </p:txBody>
      </p:sp>
      <p:pic>
        <p:nvPicPr>
          <p:cNvPr id="3" name="Picture 2" descr="source_16_20260420_19073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