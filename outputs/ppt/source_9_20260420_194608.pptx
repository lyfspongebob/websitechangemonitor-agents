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新浪新闻-科技</a:t>
            </a:r>
          </a:p>
          <a:p>
            <a:r>
              <a:t>2026-04-20 19:46:08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**近期活动集中**：过去7天内仅4月20日有4次变更，表明近期数据更新活动较为集中，其他日期无变动。</a:t>
            </a:r>
          </a:p>
          <a:p/>
          <a:p>
            <a:r>
              <a:t>2. **未知记录占主导**：近30天最频繁的变更记录为“unknown”，共出现4次，建议进一步明确记录来源或分类以提高数据可读性。</a:t>
            </a:r>
          </a:p>
          <a:p/>
          <a:p>
            <a:r>
              <a:t>3. **整体变动量低**：总变更次数仅为4次，说明数据整体较为稳定，变动频率较低。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source_9_20260420_194608_trend.png</a:t>
            </a:r>
          </a:p>
        </p:txBody>
      </p:sp>
      <p:pic>
        <p:nvPicPr>
          <p:cNvPr id="3" name="Picture 2" descr="source_9_20260420_194608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source_9_20260420_194608_cumulative.png</a:t>
            </a:r>
          </a:p>
        </p:txBody>
      </p:sp>
      <p:pic>
        <p:nvPicPr>
          <p:cNvPr id="3" name="Picture 2" descr="source_9_20260420_194608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source_9_20260420_194608_top.png</a:t>
            </a:r>
          </a:p>
        </p:txBody>
      </p:sp>
      <p:pic>
        <p:nvPicPr>
          <p:cNvPr id="3" name="Picture 2" descr="source_9_20260420_194608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