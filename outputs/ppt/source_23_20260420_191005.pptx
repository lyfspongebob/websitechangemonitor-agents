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搜狐财经</a:t>
            </a:r>
          </a:p>
          <a:p>
            <a:r>
              <a:t>2026-04-20 19:10:05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根据提供的数据指标，有以下3条洞察：</a:t>
            </a:r>
          </a:p>
          <a:p/>
          <a:p>
            <a:r>
              <a:t>1. **近期活跃度极低**：过去7天内仅有一次内容变更，表明项目或内容更新频率非常缓慢，用户互动或内容生产处于低潮期。</a:t>
            </a:r>
          </a:p>
          <a:p/>
          <a:p>
            <a:r>
              <a:t>2. **内容热度高度集中**：近30天最受关注的记录仅有一条（关于“奈雪”的讨论），且热度很低（计数为1），说明缺乏多元化的热门话题，整体关注度薄弱。</a:t>
            </a:r>
          </a:p>
          <a:p/>
          <a:p>
            <a:r>
              <a:t>3. **整体变动量极小**：总变更次数仅为1次，反映出该数据主体（如产品、内容库或项目）长期处于近乎静止的状态，缺乏持续迭代或用户参与。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source_23_20260420_191005_trend.png</a:t>
            </a:r>
          </a:p>
        </p:txBody>
      </p:sp>
      <p:pic>
        <p:nvPicPr>
          <p:cNvPr id="3" name="Picture 2" descr="source_23_20260420_19100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source_23_20260420_191005_cumulative.png</a:t>
            </a:r>
          </a:p>
        </p:txBody>
      </p:sp>
      <p:pic>
        <p:nvPicPr>
          <p:cNvPr id="3" name="Picture 2" descr="source_23_20260420_19100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source_23_20260420_191005_top.png</a:t>
            </a:r>
          </a:p>
        </p:txBody>
      </p:sp>
      <p:pic>
        <p:nvPicPr>
          <p:cNvPr id="3" name="Picture 2" descr="source_23_20260420_19100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