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中国新闻网-首页</a:t>
            </a:r>
          </a:p>
          <a:p>
            <a:r>
              <a:t>2026-04-20 19:51:51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根据提供的数据指标，以下是3条简短的洞察：</a:t>
            </a:r>
          </a:p>
          <a:p/>
          <a:p>
            <a:r>
              <a:t>1. **近期活跃度较低**：过去7天内仅有一天（2026年4月20日）有数据变更记录，变更次数为5次，表明近期系统或业务活动较为平缓。</a:t>
            </a:r>
          </a:p>
          <a:p/>
          <a:p>
            <a:r>
              <a:t>2. **关键记录来源不明**：最近30天内的主要变更记录（5次）均标记为“unknown”，建议进一步明确记录分类或来源，以提升数据可追溯性。</a:t>
            </a:r>
          </a:p>
          <a:p/>
          <a:p>
            <a:r>
              <a:t>3. **整体变更规模有限**：总变更次数为5次，且与近期活动数据一致，说明当前数据变动范围较小，可能处于稳定阶段或初始积累期。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source_35_20260420_195151_trend.png</a:t>
            </a:r>
          </a:p>
        </p:txBody>
      </p:sp>
      <p:pic>
        <p:nvPicPr>
          <p:cNvPr id="3" name="Picture 2" descr="source_35_20260420_195151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source_35_20260420_195151_cumulative.png</a:t>
            </a:r>
          </a:p>
        </p:txBody>
      </p:sp>
      <p:pic>
        <p:nvPicPr>
          <p:cNvPr id="3" name="Picture 2" descr="source_35_20260420_195151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source_35_20260420_195151_top.png</a:t>
            </a:r>
          </a:p>
        </p:txBody>
      </p:sp>
      <p:pic>
        <p:nvPicPr>
          <p:cNvPr id="3" name="Picture 2" descr="source_35_20260420_195151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