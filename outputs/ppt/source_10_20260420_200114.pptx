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20:01:15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**近期活跃度显著提升**：过去7天内（截至2026年4月20日）共发生9次变更，表明近期数据更新或维护活动较为频繁。</a:t>
            </a:r>
          </a:p>
          <a:p/>
          <a:p>
            <a:r>
              <a:t>2. **未知来源占主导**：近30天最常变更的记录中，“unknown”类别以8次变更位居第一，占比极高，建议关注数据来源的规范性与完整性。</a:t>
            </a:r>
          </a:p>
          <a:p/>
          <a:p>
            <a:r>
              <a:t>3. **整体变更量集中**：总变更次数为9次，且全部发生在最近一周内，说明历史数据相对稳定，近期是主要的变动周期。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source_10_20260420_200114_trend.png</a:t>
            </a:r>
          </a:p>
        </p:txBody>
      </p:sp>
      <p:pic>
        <p:nvPicPr>
          <p:cNvPr id="3" name="Picture 2" descr="source_10_20260420_2001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source_10_20260420_200114_cumulative.png</a:t>
            </a:r>
          </a:p>
        </p:txBody>
      </p:sp>
      <p:pic>
        <p:nvPicPr>
          <p:cNvPr id="3" name="Picture 2" descr="source_10_20260420_20011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source_10_20260420_200114_top.png</a:t>
            </a:r>
          </a:p>
        </p:txBody>
      </p:sp>
      <p:pic>
        <p:nvPicPr>
          <p:cNvPr id="3" name="Picture 2" descr="source_10_20260420_20011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