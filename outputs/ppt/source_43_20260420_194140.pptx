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同花顺财经</a:t>
            </a:r>
          </a:p>
          <a:p>
            <a:r>
              <a:t>2026-04-20 19:41:40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**近期活跃度较低**：过去7天仅记录到1次数据更新（4月20日），整体更新频率较为平缓，可能处于业务或数据稳定期。</a:t>
            </a:r>
          </a:p>
          <a:p/>
          <a:p>
            <a:r>
              <a:t>2. **内容关注点集中**：近30天最常更新的主题为“同花顺财经快讯及公告摘要”（2次），其次是“A股市场动态及企业公告汇总”（1次），显示当前内容重点围绕股市资讯与公告。</a:t>
            </a:r>
          </a:p>
          <a:p/>
          <a:p>
            <a:r>
              <a:t>3. **整体变动量有限**：累计总更新次数为3次，与近期数据趋势一致，说明当前阶段数据变动规模较小，整体处于低波动状态。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source_43_20260420_194140_trend.png</a:t>
            </a:r>
          </a:p>
        </p:txBody>
      </p:sp>
      <p:pic>
        <p:nvPicPr>
          <p:cNvPr id="3" name="Picture 2" descr="source_43_20260420_19414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source_43_20260420_194140_cumulative.png</a:t>
            </a:r>
          </a:p>
        </p:txBody>
      </p:sp>
      <p:pic>
        <p:nvPicPr>
          <p:cNvPr id="3" name="Picture 2" descr="source_43_20260420_19414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source_43_20260420_194140_top.png</a:t>
            </a:r>
          </a:p>
        </p:txBody>
      </p:sp>
      <p:pic>
        <p:nvPicPr>
          <p:cNvPr id="3" name="Picture 2" descr="source_43_20260420_19414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