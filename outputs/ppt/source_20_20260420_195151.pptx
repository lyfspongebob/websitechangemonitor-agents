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腾讯体育</a:t>
            </a:r>
          </a:p>
          <a:p>
            <a:r>
              <a:t>2026-04-20 19:51:51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**近期更新活跃**：过去7天内（截至2026年4月20日）共发生7次内容更新，表明近期维护或内容产出较为频繁。</a:t>
            </a:r>
          </a:p>
          <a:p/>
          <a:p>
            <a:r>
              <a:t>2. **用户关注点集中**：近30天最热门的记录类型为“热门比赛与热点资讯”（出现3次），其次是“热门比赛与体育资讯”（2次），显示用户对赛事及相关资讯的关注度最高。</a:t>
            </a:r>
          </a:p>
          <a:p/>
          <a:p>
            <a:r>
              <a:t>3. **内容分布较为分散**：虽然热门类别集中，但“腾讯体育网页内容摘要”和“概览”等辅助类内容也有出现，说明内容类型呈现多样化，但核心仍围绕体育赛事资讯展开。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source_20_20260420_195150_trend.png</a:t>
            </a:r>
          </a:p>
        </p:txBody>
      </p:sp>
      <p:pic>
        <p:nvPicPr>
          <p:cNvPr id="3" name="Picture 2" descr="source_20_20260420_195150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source_20_20260420_195150_cumulative.png</a:t>
            </a:r>
          </a:p>
        </p:txBody>
      </p:sp>
      <p:pic>
        <p:nvPicPr>
          <p:cNvPr id="3" name="Picture 2" descr="source_20_20260420_195150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source_20_20260420_195150_top.png</a:t>
            </a:r>
          </a:p>
        </p:txBody>
      </p:sp>
      <p:pic>
        <p:nvPicPr>
          <p:cNvPr id="3" name="Picture 2" descr="source_20_20260420_195150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