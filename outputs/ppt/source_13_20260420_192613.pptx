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网易新闻-国际</a:t>
            </a:r>
          </a:p>
          <a:p>
            <a:r>
              <a:t>2026-04-20 19:26:13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**近期活跃度较低**：过去7天仅记录到2次数据变更，整体更新频率较为平缓，可能处于信息稳定期或监测窗口内事件较少。</a:t>
            </a:r>
          </a:p>
          <a:p/>
          <a:p>
            <a:r>
              <a:t>2. **热点话题集中**：近30天关注度最高的记录为国际政治与自然灾害类新闻，显示当前用户或系统对突发性、国际性事件较为敏感。</a:t>
            </a:r>
          </a:p>
          <a:p/>
          <a:p>
            <a:r>
              <a:t>3. **数据总量有限**：总变更次数仅为2次，说明当前数据池规模较小，可能需结合更长周期或更多维度进行趋势分析。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source_13_20260420_192613_trend.png</a:t>
            </a:r>
          </a:p>
        </p:txBody>
      </p:sp>
      <p:pic>
        <p:nvPicPr>
          <p:cNvPr id="3" name="Picture 2" descr="source_13_20260420_19261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source_13_20260420_192613_cumulative.png</a:t>
            </a:r>
          </a:p>
        </p:txBody>
      </p:sp>
      <p:pic>
        <p:nvPicPr>
          <p:cNvPr id="3" name="Picture 2" descr="source_13_20260420_19261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source_13_20260420_192613_top.png</a:t>
            </a:r>
          </a:p>
        </p:txBody>
      </p:sp>
      <p:pic>
        <p:nvPicPr>
          <p:cNvPr id="3" name="Picture 2" descr="source_13_20260420_19261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