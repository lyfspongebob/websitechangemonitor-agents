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东方财富-首页</a:t>
            </a:r>
          </a:p>
          <a:p>
            <a:r>
              <a:t>2026-04-20 19:36:37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**近期活跃度较低**：过去7天仅有一次数据变更（3次改动），整体更新频率不高，需关注近期内容维护节奏。  </a:t>
            </a:r>
          </a:p>
          <a:p>
            <a:r>
              <a:t>2. **热门内容集中**：近30天最受关注的记录为“东方财富移动客户端及产品介绍”（2次访问），内容吸引力较为集中，可考虑加强相关主题的持续更新。  </a:t>
            </a:r>
          </a:p>
          <a:p>
            <a:r>
              <a:t>3. **数据完整性待提升**：30天记录中存在“unknown”条目（1次），建议完善数据标注，以提升后续分析的准确性。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source_41_20260420_193629_trend.png</a:t>
            </a:r>
          </a:p>
        </p:txBody>
      </p:sp>
      <p:pic>
        <p:nvPicPr>
          <p:cNvPr id="3" name="Picture 2" descr="source_41_20260420_193629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source_41_20260420_193629_cumulative.png</a:t>
            </a:r>
          </a:p>
        </p:txBody>
      </p:sp>
      <p:pic>
        <p:nvPicPr>
          <p:cNvPr id="3" name="Picture 2" descr="source_41_20260420_193629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source_41_20260420_193629_top.png</a:t>
            </a:r>
          </a:p>
        </p:txBody>
      </p:sp>
      <p:pic>
        <p:nvPicPr>
          <p:cNvPr id="3" name="Picture 2" descr="source_41_20260420_193629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