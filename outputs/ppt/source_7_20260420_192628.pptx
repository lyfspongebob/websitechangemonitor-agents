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新浪新闻-国际</a:t>
            </a:r>
          </a:p>
          <a:p>
            <a:r>
              <a:t>2026-04-20 19:26:28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**近期活跃度较低**：过去7天内仅发生2次数据变更，且集中在4月20日，表明近期系统或业务变动频率较低。  </a:t>
            </a:r>
          </a:p>
          <a:p>
            <a:r>
              <a:t>2. **未知记录占主导**：近30天最频繁的变更记录（2次）均标记为“unknown”，建议检查数据来源或分类逻辑的准确性。  </a:t>
            </a:r>
          </a:p>
          <a:p>
            <a:r>
              <a:t>3. **整体变动量有限**：历史累计变更总量仅为2次，说明系统处于低变更状态，可能处于稳定期或初始阶段。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source_7_20260420_192627_trend.png</a:t>
            </a:r>
          </a:p>
        </p:txBody>
      </p:sp>
      <p:pic>
        <p:nvPicPr>
          <p:cNvPr id="3" name="Picture 2" descr="source_7_20260420_192627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source_7_20260420_192627_cumulative.png</a:t>
            </a:r>
          </a:p>
        </p:txBody>
      </p:sp>
      <p:pic>
        <p:nvPicPr>
          <p:cNvPr id="3" name="Picture 2" descr="source_7_20260420_192627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source_7_20260420_192627_top.png</a:t>
            </a:r>
          </a:p>
        </p:txBody>
      </p:sp>
      <p:pic>
        <p:nvPicPr>
          <p:cNvPr id="3" name="Picture 2" descr="source_7_20260420_192627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