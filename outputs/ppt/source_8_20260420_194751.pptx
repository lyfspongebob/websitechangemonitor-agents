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新浪新闻-财经</a:t>
            </a:r>
          </a:p>
          <a:p>
            <a:r>
              <a:t>2026-04-20 19:47:51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**近期更新活跃**：过去7天内有6次内容更新，主要集中在4月20日，显示近期信息维护频率较高。  </a:t>
            </a:r>
          </a:p>
          <a:p>
            <a:r>
              <a:t>2. **关注点分散**：近30天热门记录中，“unknown”标签出现3次，占比最高，可能反映部分内容来源或主题尚未明确标记。  </a:t>
            </a:r>
          </a:p>
          <a:p>
            <a:r>
              <a:t>3. **金融与政策内容受关注**：热门记录涉及企业财报、宏观政策及金价预测，说明用户对财经、政策类信息兴趣较为集中。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source_8_20260420_194751_trend.png</a:t>
            </a:r>
          </a:p>
        </p:txBody>
      </p:sp>
      <p:pic>
        <p:nvPicPr>
          <p:cNvPr id="3" name="Picture 2" descr="source_8_20260420_19475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source_8_20260420_194751_cumulative.png</a:t>
            </a:r>
          </a:p>
        </p:txBody>
      </p:sp>
      <p:pic>
        <p:nvPicPr>
          <p:cNvPr id="3" name="Picture 2" descr="source_8_20260420_19475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source_8_20260420_194751_top.png</a:t>
            </a:r>
          </a:p>
        </p:txBody>
      </p:sp>
      <p:pic>
        <p:nvPicPr>
          <p:cNvPr id="3" name="Picture 2" descr="source_8_20260420_19475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