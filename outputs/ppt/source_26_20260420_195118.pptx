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澎湃新闻-首页</a:t>
            </a:r>
          </a:p>
          <a:p>
            <a:r>
              <a:t>2026-04-20 19:51:18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**近期活跃度显著**：过去7天内有7次数据更新，表明近期信息维护或事件发生较为频繁，整体活跃度较高。</a:t>
            </a:r>
          </a:p>
          <a:p/>
          <a:p>
            <a:r>
              <a:t>2. **热点话题集中**：近30天最受关注的记录为“习近平同沙特王储兼首相穆罕默德通电话”，累计出现6次，显示外交类议题在当前阶段占据主要关注度。</a:t>
            </a:r>
          </a:p>
          <a:p/>
          <a:p>
            <a:r>
              <a:t>3. **总更新量有限**：尽管近期有更新，但总变更次数仅为7次，整体数据变动规模较小，可能处于信息平稳或初期积累阶段。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source_26_20260420_195118_trend.png</a:t>
            </a:r>
          </a:p>
        </p:txBody>
      </p:sp>
      <p:pic>
        <p:nvPicPr>
          <p:cNvPr id="3" name="Picture 2" descr="source_26_20260420_19511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source_26_20260420_195118_cumulative.png</a:t>
            </a:r>
          </a:p>
        </p:txBody>
      </p:sp>
      <p:pic>
        <p:nvPicPr>
          <p:cNvPr id="3" name="Picture 2" descr="source_26_20260420_195118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source_26_20260420_195118_top.png</a:t>
            </a:r>
          </a:p>
        </p:txBody>
      </p:sp>
      <p:pic>
        <p:nvPicPr>
          <p:cNvPr id="3" name="Picture 2" descr="source_26_20260420_19511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