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网站变更监控自动报告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搜狐财经</a:t>
            </a:r>
          </a:p>
          <a:p>
            <a:r>
              <a:t>2026-04-20 19:58:24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分析结论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**近期活跃度较低**：过去7天仅记录到1次数据变动（5次修改），整体更新频率偏低，可能处于内容稳定期或运营节奏放缓。</a:t>
            </a:r>
          </a:p>
          <a:p/>
          <a:p>
            <a:r>
              <a:t>2. **热点内容集中**：近30天最受关注的记录为《第一代网红奶茶奈雪，怎么悄悄亏麻了?》，共被修改5次，说明该话题是近期重点维护或争议焦点。</a:t>
            </a:r>
          </a:p>
          <a:p/>
          <a:p>
            <a:r>
              <a:t>3. **整体变动有限**：总修改次数为5次，与近期活动量一致，表明数据变动主要集中于短期热点，整体内容结构相对稳定。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source_23_20260420_195824_trend.png</a:t>
            </a:r>
          </a:p>
        </p:txBody>
      </p:sp>
      <p:pic>
        <p:nvPicPr>
          <p:cNvPr id="3" name="Picture 2" descr="source_23_20260420_195824_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7772400" cy="38862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source_23_20260420_195824_cumulative.png</a:t>
            </a:r>
          </a:p>
        </p:txBody>
      </p:sp>
      <p:pic>
        <p:nvPicPr>
          <p:cNvPr id="3" name="Picture 2" descr="source_23_20260420_195824_cumulati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7772400" cy="38862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source_23_20260420_195824_top.png</a:t>
            </a:r>
          </a:p>
        </p:txBody>
      </p:sp>
      <p:pic>
        <p:nvPicPr>
          <p:cNvPr id="3" name="Picture 2" descr="source_23_20260420_195824_t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7772400" cy="3886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