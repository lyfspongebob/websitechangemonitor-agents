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界面新闻-首页</a:t>
            </a:r>
          </a:p>
          <a:p>
            <a:r>
              <a:t>2026-04-20 19:36:13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**近期活跃度较低**：过去7天仅记录到1次数据更新（4月20日），显示近期内容变动频率明显放缓，需关注运营节奏是否调整。</a:t>
            </a:r>
          </a:p>
          <a:p/>
          <a:p>
            <a:r>
              <a:t>2. **热点内容集中**：近30天最受关注的记录为美国对华锂电材料“双反”调查相关话题（累计2次查看），反映当前用户对国际经贸政策类信息敏感度较高。</a:t>
            </a:r>
          </a:p>
          <a:p/>
          <a:p>
            <a:r>
              <a:t>3. **整体内容规模有限**：总更新量仅3条，说明当前数据池规模较小，可考虑加强内容更新频率以提升系统活跃度与信息覆盖范围。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source_28_20260420_193612_trend.png</a:t>
            </a:r>
          </a:p>
        </p:txBody>
      </p:sp>
      <p:pic>
        <p:nvPicPr>
          <p:cNvPr id="3" name="Picture 2" descr="source_28_20260420_193612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source_28_20260420_193612_cumulative.png</a:t>
            </a:r>
          </a:p>
        </p:txBody>
      </p:sp>
      <p:pic>
        <p:nvPicPr>
          <p:cNvPr id="3" name="Picture 2" descr="source_28_20260420_193612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source_28_20260420_193612_top.png</a:t>
            </a:r>
          </a:p>
        </p:txBody>
      </p:sp>
      <p:pic>
        <p:nvPicPr>
          <p:cNvPr id="3" name="Picture 2" descr="source_28_20260420_193612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