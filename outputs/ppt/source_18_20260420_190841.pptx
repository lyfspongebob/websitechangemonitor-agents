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腾讯新闻-国际</a:t>
            </a:r>
          </a:p>
          <a:p>
            <a:r>
              <a:t>2026-04-20 19:08:41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**近期活跃度较低**：过去7天仅有一次数据变更（2026年4月20日），表明近期业务或系统变动较少，处于相对稳定的状态。</a:t>
            </a:r>
          </a:p>
          <a:p/>
          <a:p>
            <a:r>
              <a:t>2. **热门记录不明确**：近30天内的主要变更记录标记为“unknown”，说明关键操作可能缺乏清晰的分类或记录，建议完善数据标签体系。</a:t>
            </a:r>
          </a:p>
          <a:p/>
          <a:p>
            <a:r>
              <a:t>3. **整体变动量极小**：总变更次数仅为1次，反映出数据或业务活动整体较为静态，可能需要关注是否存在数据采集遗漏或流程停滞的情况。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source_18_20260420_190840_trend.png</a:t>
            </a:r>
          </a:p>
        </p:txBody>
      </p:sp>
      <p:pic>
        <p:nvPicPr>
          <p:cNvPr id="3" name="Picture 2" descr="source_18_20260420_19084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source_18_20260420_190840_cumulative.png</a:t>
            </a:r>
          </a:p>
        </p:txBody>
      </p:sp>
      <p:pic>
        <p:nvPicPr>
          <p:cNvPr id="3" name="Picture 2" descr="source_18_20260420_19084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source_18_20260420_190840_top.png</a:t>
            </a:r>
          </a:p>
        </p:txBody>
      </p:sp>
      <p:pic>
        <p:nvPicPr>
          <p:cNvPr id="3" name="Picture 2" descr="source_18_20260420_19084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