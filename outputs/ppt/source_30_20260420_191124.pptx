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36氪-首页</a:t>
            </a:r>
          </a:p>
          <a:p>
            <a:r>
              <a:t>2026-04-20 19:11:24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**近期活动极低**：过去7天仅有一次数据变更（2026年4月20日），表明近期业务或系统变动非常缓慢。  </a:t>
            </a:r>
          </a:p>
          <a:p>
            <a:r>
              <a:t>2. **热门记录不明**：近30天最高频记录为“unknown”，占比100%，可能意味着数据标签缺失或存在大量未分类信息。  </a:t>
            </a:r>
          </a:p>
          <a:p>
            <a:r>
              <a:t>3. **整体变动稀少**：总变更次数仅为1次，说明数据长期处于静态，可能需要检查数据采集或更新机制是否正常。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source_30_20260420_191123_trend.png</a:t>
            </a:r>
          </a:p>
        </p:txBody>
      </p:sp>
      <p:pic>
        <p:nvPicPr>
          <p:cNvPr id="3" name="Picture 2" descr="source_30_20260420_19112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source_30_20260420_191123_cumulative.png</a:t>
            </a:r>
          </a:p>
        </p:txBody>
      </p:sp>
      <p:pic>
        <p:nvPicPr>
          <p:cNvPr id="3" name="Picture 2" descr="source_30_20260420_19112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source_30_20260420_191123_top.png</a:t>
            </a:r>
          </a:p>
        </p:txBody>
      </p:sp>
      <p:pic>
        <p:nvPicPr>
          <p:cNvPr id="3" name="Picture 2" descr="source_30_20260420_19112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