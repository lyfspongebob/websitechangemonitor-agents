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腾讯体育</a:t>
            </a:r>
          </a:p>
          <a:p>
            <a:r>
              <a:t>2026-04-20 19:56:16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**近期更新活跃**：过去7天（截至2026年4月20日）共完成8次内容更新，表明近期维护或内容优化较为频繁。</a:t>
            </a:r>
          </a:p>
          <a:p/>
          <a:p>
            <a:r>
              <a:t>2. **热点内容集中**：近30天最常更新的主题为“热门比赛与热点资讯”（3次），其次是“热门比赛与体育资讯”（2次），显示用户关注点集中在赛事与资讯类内容。</a:t>
            </a:r>
          </a:p>
          <a:p/>
          <a:p>
            <a:r>
              <a:t>3. **更新总量平稳**：总更新次数为8次，与近7天更新量一致，说明近期更新节奏稳定，未出现历史积压或突发性大幅变动。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source_20_20260420_195616_trend.png</a:t>
            </a:r>
          </a:p>
        </p:txBody>
      </p:sp>
      <p:pic>
        <p:nvPicPr>
          <p:cNvPr id="3" name="Picture 2" descr="source_20_20260420_195616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source_20_20260420_195616_cumulative.png</a:t>
            </a:r>
          </a:p>
        </p:txBody>
      </p:sp>
      <p:pic>
        <p:nvPicPr>
          <p:cNvPr id="3" name="Picture 2" descr="source_20_20260420_195616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source_20_20260420_195616_top.png</a:t>
            </a:r>
          </a:p>
        </p:txBody>
      </p:sp>
      <p:pic>
        <p:nvPicPr>
          <p:cNvPr id="3" name="Picture 2" descr="source_20_20260420_195616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