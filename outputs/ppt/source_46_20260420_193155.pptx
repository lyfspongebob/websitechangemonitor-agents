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金十数据-首页</a:t>
            </a:r>
          </a:p>
          <a:p>
            <a:r>
              <a:t>2026-04-20 19:31:55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**近期活跃度较低**：过去7天内仅有一次数据变更记录（4月20日），表明近期系统或业务活动较为平缓。</a:t>
            </a:r>
          </a:p>
          <a:p/>
          <a:p>
            <a:r>
              <a:t>2. **未知类型记录占比较高**：近30天内的主要变更记录中，“unknown”类型出现频次最高（2次），建议进一步明确分类以提高数据可解释性。</a:t>
            </a:r>
          </a:p>
          <a:p/>
          <a:p>
            <a:r>
              <a:t>3. **整体变更规模有限**：历史累计变更总量仅为2次，说明当前数据变动频率较低，可能处于业务初始或稳定阶段。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source_46_20260420_193155_trend.png</a:t>
            </a:r>
          </a:p>
        </p:txBody>
      </p:sp>
      <p:pic>
        <p:nvPicPr>
          <p:cNvPr id="3" name="Picture 2" descr="source_46_20260420_19315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source_46_20260420_193155_cumulative.png</a:t>
            </a:r>
          </a:p>
        </p:txBody>
      </p:sp>
      <p:pic>
        <p:nvPicPr>
          <p:cNvPr id="3" name="Picture 2" descr="source_46_20260420_19315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source_46_20260420_193155_top.png</a:t>
            </a:r>
          </a:p>
        </p:txBody>
      </p:sp>
      <p:pic>
        <p:nvPicPr>
          <p:cNvPr id="3" name="Picture 2" descr="source_46_20260420_19315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