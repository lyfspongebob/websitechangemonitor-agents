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网易科技</a:t>
            </a:r>
          </a:p>
          <a:p>
            <a:r>
              <a:t>2026-04-20 19:45:53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**近期活动集中**：过去7天仅4月20日有5次价格变动，表明近期价格调整较为集中，可能受特定市场活动或事件驱动。</a:t>
            </a:r>
          </a:p>
          <a:p/>
          <a:p>
            <a:r>
              <a:t>2. **热门话题突出**：近30天最受关注的记录为“华为Pura90逆周期定价，4699元起，未涨价”，共出现5次，显示该产品定价策略引发持续市场关注。</a:t>
            </a:r>
          </a:p>
          <a:p/>
          <a:p>
            <a:r>
              <a:t>3. **整体变动有限**：总变动次数为5次，与近期数据基本一致，说明整体价格调整频率较低，市场相对稳定。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source_15_20260420_194553_trend.png</a:t>
            </a:r>
          </a:p>
        </p:txBody>
      </p:sp>
      <p:pic>
        <p:nvPicPr>
          <p:cNvPr id="3" name="Picture 2" descr="source_15_20260420_19455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source_15_20260420_194553_cumulative.png</a:t>
            </a:r>
          </a:p>
        </p:txBody>
      </p:sp>
      <p:pic>
        <p:nvPicPr>
          <p:cNvPr id="3" name="Picture 2" descr="source_15_20260420_19455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source_15_20260420_194553_top.png</a:t>
            </a:r>
          </a:p>
        </p:txBody>
      </p:sp>
      <p:pic>
        <p:nvPicPr>
          <p:cNvPr id="3" name="Picture 2" descr="source_15_20260420_19455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