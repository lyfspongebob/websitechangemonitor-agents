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腾讯财经</a:t>
            </a:r>
          </a:p>
          <a:p>
            <a:r>
              <a:t>2026-04-20 19:09:31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**近期活跃度较低**：过去7天仅有一次数据变更（4月20日），整体更新频率偏低，可能处于业务平稳期或维护阶段。  </a:t>
            </a:r>
          </a:p>
          <a:p>
            <a:r>
              <a:t>2. **关键记录来源不明**：近30天最高频记录的关键字段为“unknown”，建议检查数据采集或分类逻辑，确保关键信息可追溯。  </a:t>
            </a:r>
          </a:p>
          <a:p>
            <a:r>
              <a:t>3. **整体变动有限**：总变更次数仅为1次，系统或业务活动较为静态，可能需要关注数据更新机制或业务触发条件是否需要优化。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source_19_20260420_190931_trend.png</a:t>
            </a:r>
          </a:p>
        </p:txBody>
      </p:sp>
      <p:pic>
        <p:nvPicPr>
          <p:cNvPr id="3" name="Picture 2" descr="source_19_20260420_19093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source_19_20260420_190931_cumulative.png</a:t>
            </a:r>
          </a:p>
        </p:txBody>
      </p:sp>
      <p:pic>
        <p:nvPicPr>
          <p:cNvPr id="3" name="Picture 2" descr="source_19_20260420_19093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source_19_20260420_190931_top.png</a:t>
            </a:r>
          </a:p>
        </p:txBody>
      </p:sp>
      <p:pic>
        <p:nvPicPr>
          <p:cNvPr id="3" name="Picture 2" descr="source_19_20260420_19093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