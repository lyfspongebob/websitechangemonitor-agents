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腾讯体育</a:t>
            </a:r>
          </a:p>
          <a:p>
            <a:r>
              <a:t>2026-04-20 19:36:41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**近期活跃度较低**：过去7天仅在4月20日有4次变更，整体更新频率不高，可能存在内容维护或用户互动减少的情况。  </a:t>
            </a:r>
          </a:p>
          <a:p>
            <a:r>
              <a:t>2. **内容主题集中**：近30天热门记录均围绕“腾讯体育”相关内容，说明用户关注点聚焦于体育资讯，尤其是网页摘要和赛事热点。  </a:t>
            </a:r>
          </a:p>
          <a:p>
            <a:r>
              <a:t>3. **整体变动有限**：总变更次数仅为4次，结合近期数据，平台或内容库的更新规模较小，可能需要进一步激发活跃度或拓展内容维度。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source_20_20260420_193641_trend.png</a:t>
            </a:r>
          </a:p>
        </p:txBody>
      </p:sp>
      <p:pic>
        <p:nvPicPr>
          <p:cNvPr id="3" name="Picture 2" descr="source_20_20260420_19364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source_20_20260420_193641_cumulative.png</a:t>
            </a:r>
          </a:p>
        </p:txBody>
      </p:sp>
      <p:pic>
        <p:nvPicPr>
          <p:cNvPr id="3" name="Picture 2" descr="source_20_20260420_19364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source_20_20260420_193641_top.png</a:t>
            </a:r>
          </a:p>
        </p:txBody>
      </p:sp>
      <p:pic>
        <p:nvPicPr>
          <p:cNvPr id="3" name="Picture 2" descr="source_20_20260420_19364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