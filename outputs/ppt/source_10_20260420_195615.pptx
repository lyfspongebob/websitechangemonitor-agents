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19:56:15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**近期活跃度集中**：过去7天仅4月20日有8次变更，显示数据更新呈现单日集中模式，而非持续分散进行。  </a:t>
            </a:r>
          </a:p>
          <a:p>
            <a:r>
              <a:t>2. **未知来源占主导**：近30天高频变更记录中，“unknown”类别以7次居首，占比显著，建议加强数据来源的识别与标注。  </a:t>
            </a:r>
          </a:p>
          <a:p>
            <a:r>
              <a:t>3. **整体变更量偏低**：总变更次数为8次，结合近期数据，整体更新频率较低，可能需关注数据维护的及时性。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source_10_20260420_195614_trend.png</a:t>
            </a:r>
          </a:p>
        </p:txBody>
      </p:sp>
      <p:pic>
        <p:nvPicPr>
          <p:cNvPr id="3" name="Picture 2" descr="source_10_20260420_195614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source_10_20260420_195614_cumulative.png</a:t>
            </a:r>
          </a:p>
        </p:txBody>
      </p:sp>
      <p:pic>
        <p:nvPicPr>
          <p:cNvPr id="3" name="Picture 2" descr="source_10_20260420_195614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source_10_20260420_195614_top.png</a:t>
            </a:r>
          </a:p>
        </p:txBody>
      </p:sp>
      <p:pic>
        <p:nvPicPr>
          <p:cNvPr id="3" name="Picture 2" descr="source_10_20260420_195614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