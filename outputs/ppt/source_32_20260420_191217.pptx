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人民网-科技</a:t>
            </a:r>
          </a:p>
          <a:p>
            <a:r>
              <a:t>2026-04-20 19:12:17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**近期活跃度较低**：过去7天仅有一次数据更新（4月20日），表明近期内容或业务变动较少，活跃度有待提升。</a:t>
            </a:r>
          </a:p>
          <a:p/>
          <a:p>
            <a:r>
              <a:t>2. **核心关注点明确**：近30天最受关注的记录为“AI+文旅”合作咨询，显示当前业务重点聚焦于AI技术与文旅场景的创新融合。</a:t>
            </a:r>
          </a:p>
          <a:p/>
          <a:p>
            <a:r>
              <a:t>3. **整体变动平缓**：总变动次数仅为1次，说明近期整体业务或数据处于相对稳定的状态，重大调整较少。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source_32_20260420_191217_trend.png</a:t>
            </a:r>
          </a:p>
        </p:txBody>
      </p:sp>
      <p:pic>
        <p:nvPicPr>
          <p:cNvPr id="3" name="Picture 2" descr="source_32_20260420_191217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source_32_20260420_191217_cumulative.png</a:t>
            </a:r>
          </a:p>
        </p:txBody>
      </p:sp>
      <p:pic>
        <p:nvPicPr>
          <p:cNvPr id="3" name="Picture 2" descr="source_32_20260420_191217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source_32_20260420_191217_top.png</a:t>
            </a:r>
          </a:p>
        </p:txBody>
      </p:sp>
      <p:pic>
        <p:nvPicPr>
          <p:cNvPr id="3" name="Picture 2" descr="source_32_20260420_191217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