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金十数据-首页</a:t>
            </a:r>
          </a:p>
          <a:p>
            <a:r>
              <a:t>2026-04-20 19:19:05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**近期活跃度较低**：过去7天仅有一次数据变更（4月20日），整体更新频率偏低，系统或业务近期处于低活跃状态。  </a:t>
            </a:r>
          </a:p>
          <a:p>
            <a:r>
              <a:t>2. **关键记录不明确**：近30天最高频记录为“unknown”，占比100%，说明数据标签可能存在缺失或分类不清晰的问题。  </a:t>
            </a:r>
          </a:p>
          <a:p>
            <a:r>
              <a:t>3. **整体变动极少**：总变更次数仅为1次，表明数据长期处于静态，可能需要检查数据采集或更新机制是否正常运作。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source_46_20260420_191905_trend.png</a:t>
            </a:r>
          </a:p>
        </p:txBody>
      </p:sp>
      <p:pic>
        <p:nvPicPr>
          <p:cNvPr id="3" name="Picture 2" descr="source_46_20260420_19190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source_46_20260420_191905_cumulative.png</a:t>
            </a:r>
          </a:p>
        </p:txBody>
      </p:sp>
      <p:pic>
        <p:nvPicPr>
          <p:cNvPr id="3" name="Picture 2" descr="source_46_20260420_19190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source_46_20260420_191905_top.png</a:t>
            </a:r>
          </a:p>
        </p:txBody>
      </p:sp>
      <p:pic>
        <p:nvPicPr>
          <p:cNvPr id="3" name="Picture 2" descr="source_46_20260420_19190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