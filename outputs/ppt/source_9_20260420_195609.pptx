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新浪新闻-科技</a:t>
            </a:r>
          </a:p>
          <a:p>
            <a:r>
              <a:t>2026-04-20 19:56:09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根据提供的数据指标，以下是3条简短洞察：</a:t>
            </a:r>
          </a:p>
          <a:p/>
          <a:p>
            <a:r>
              <a:t>1. **近期活跃度较低**：过去7天内仅有一天（2026年4月20日）有数据变动，共5次，说明近期系统或业务活动较为平缓。</a:t>
            </a:r>
          </a:p>
          <a:p/>
          <a:p>
            <a:r>
              <a:t>2. **关键记录不明确**：近30天内的主要变动记录（top_records_last_30_days）中，关键字段（k）标记为“unknown”，可能需检查数据采集或分类逻辑的完整性。</a:t>
            </a:r>
          </a:p>
          <a:p/>
          <a:p>
            <a:r>
              <a:t>3. **整体变动量有限**：总变动次数（total_changes）为5次，与近期数据一致，表明整体数据更新频率较低，可能处于稳定或低活跃阶段。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source_9_20260420_195609_trend.png</a:t>
            </a:r>
          </a:p>
        </p:txBody>
      </p:sp>
      <p:pic>
        <p:nvPicPr>
          <p:cNvPr id="3" name="Picture 2" descr="source_9_20260420_19560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source_9_20260420_195609_cumulative.png</a:t>
            </a:r>
          </a:p>
        </p:txBody>
      </p:sp>
      <p:pic>
        <p:nvPicPr>
          <p:cNvPr id="3" name="Picture 2" descr="source_9_20260420_19560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source_9_20260420_195609_top.png</a:t>
            </a:r>
          </a:p>
        </p:txBody>
      </p:sp>
      <p:pic>
        <p:nvPicPr>
          <p:cNvPr id="3" name="Picture 2" descr="source_9_20260420_19560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