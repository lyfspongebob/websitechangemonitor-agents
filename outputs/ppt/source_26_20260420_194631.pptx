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19:46:31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**近期活跃度较低**：过去7天仅记录到1次数据更新（6条变更），整体更新频率不高，总变更量累计为6条。</a:t>
            </a:r>
          </a:p>
          <a:p/>
          <a:p>
            <a:r>
              <a:t>2. **热点话题集中**：近30天最受关注的记录为“习近平同沙特王储兼首相穆罕默德通电话”（出现5次），显示政治外交类内容近期占据主导关注度。</a:t>
            </a:r>
          </a:p>
          <a:p/>
          <a:p>
            <a:r>
              <a:t>3. **监管类议题浮现**：除热点外交事件外，“严控药物滥用”相关监管议题（出现1次）进入关注前列，反映政策与公共安全领域内容开始引发注意。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source_26_20260420_194631_trend.png</a:t>
            </a:r>
          </a:p>
        </p:txBody>
      </p:sp>
      <p:pic>
        <p:nvPicPr>
          <p:cNvPr id="3" name="Picture 2" descr="source_26_20260420_19463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source_26_20260420_194631_cumulative.png</a:t>
            </a:r>
          </a:p>
        </p:txBody>
      </p:sp>
      <p:pic>
        <p:nvPicPr>
          <p:cNvPr id="3" name="Picture 2" descr="source_26_20260420_19463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source_26_20260420_194631_top.png</a:t>
            </a:r>
          </a:p>
        </p:txBody>
      </p:sp>
      <p:pic>
        <p:nvPicPr>
          <p:cNvPr id="3" name="Picture 2" descr="source_26_20260420_19463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