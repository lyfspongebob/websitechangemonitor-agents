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东方财富-首页</a:t>
            </a:r>
          </a:p>
          <a:p>
            <a:r>
              <a:t>2026-04-20 19:51:53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**近期活跃度集中**：过去7天内仅4月20日有6次变更，表明近期活动集中在单日，整体节奏较为集中。</a:t>
            </a:r>
          </a:p>
          <a:p/>
          <a:p>
            <a:r>
              <a:t>2. **热门内容明确**：近30天最常变更的记录为“东方财富移动客户端及产品介绍”（4次），显示该主题是近期内容更新的重点方向。</a:t>
            </a:r>
          </a:p>
          <a:p/>
          <a:p>
            <a:r>
              <a:t>3. **整体变更量有限**：总变更次数为6次，且近30天仅2条记录被多次修改，说明整体内容更新频率较低，可能处于稳定或低维护阶段。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source_41_20260420_195153_trend.png</a:t>
            </a:r>
          </a:p>
        </p:txBody>
      </p:sp>
      <p:pic>
        <p:nvPicPr>
          <p:cNvPr id="3" name="Picture 2" descr="source_41_20260420_19515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source_41_20260420_195153_cumulative.png</a:t>
            </a:r>
          </a:p>
        </p:txBody>
      </p:sp>
      <p:pic>
        <p:nvPicPr>
          <p:cNvPr id="3" name="Picture 2" descr="source_41_20260420_19515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source_41_20260420_195153_top.png</a:t>
            </a:r>
          </a:p>
        </p:txBody>
      </p:sp>
      <p:pic>
        <p:nvPicPr>
          <p:cNvPr id="3" name="Picture 2" descr="source_41_20260420_19515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