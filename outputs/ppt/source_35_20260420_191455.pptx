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网站变更监控自动报告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中国新闻网-首页</a:t>
            </a:r>
          </a:p>
          <a:p>
            <a:r>
              <a:t>2026-04-20 19:14:55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分析结论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**近期活动显著放缓**：过去7天仅记录到1次数据变更，且发生在2026年4月20日，表明近期系统或业务活动处于极低水平。</a:t>
            </a:r>
          </a:p>
          <a:p/>
          <a:p>
            <a:r>
              <a:t>2. **关键记录来源不明**：近30天最频繁的变更记录（1次）标记为“unknown”，建议检查数据来源或分类规则，确保关键操作可追溯。</a:t>
            </a:r>
          </a:p>
          <a:p/>
          <a:p>
            <a:r>
              <a:t>3. **整体变更量极低**：总变更次数仅为1次，结合近期数据，系统可能处于初始化、测试阶段或实际业务尚未全面展开。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source_35_20260420_191455_trend.png</a:t>
            </a:r>
          </a:p>
        </p:txBody>
      </p:sp>
      <p:pic>
        <p:nvPicPr>
          <p:cNvPr id="3" name="Picture 2" descr="source_35_20260420_191455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source_35_20260420_191455_cumulative.png</a:t>
            </a:r>
          </a:p>
        </p:txBody>
      </p:sp>
      <p:pic>
        <p:nvPicPr>
          <p:cNvPr id="3" name="Picture 2" descr="source_35_20260420_191455_cumulat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source_35_20260420_191455_top.png</a:t>
            </a:r>
          </a:p>
        </p:txBody>
      </p:sp>
      <p:pic>
        <p:nvPicPr>
          <p:cNvPr id="3" name="Picture 2" descr="source_35_20260420_191455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3886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