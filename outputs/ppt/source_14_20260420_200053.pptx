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网易财经</a:t>
            </a:r>
          </a:p>
          <a:p>
            <a:r>
              <a:t>2026-04-20 20:00:53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**近期活跃度集中**：过去7天仅4月20日有9次数据变动，显示近期编辑活动高度集中在单日，而非持续分散。</a:t>
            </a:r>
          </a:p>
          <a:p/>
          <a:p>
            <a:r>
              <a:t>2. **热点内容突出**：近30天最受关注的记录为“利润暴跌7成，字节到底在做什么”，同样关联9次变动，说明该话题是近期内容更新的主要焦点。</a:t>
            </a:r>
          </a:p>
          <a:p/>
          <a:p>
            <a:r>
              <a:t>3. **整体变动量偏低**：总变动次数仅为9次，且与近期热点数据重合，反映出整体数据更新频率较低，活跃度有待提升。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source_14_20260420_200053_trend.png</a:t>
            </a:r>
          </a:p>
        </p:txBody>
      </p:sp>
      <p:pic>
        <p:nvPicPr>
          <p:cNvPr id="3" name="Picture 2" descr="source_14_20260420_20005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source_14_20260420_200053_cumulative.png</a:t>
            </a:r>
          </a:p>
        </p:txBody>
      </p:sp>
      <p:pic>
        <p:nvPicPr>
          <p:cNvPr id="3" name="Picture 2" descr="source_14_20260420_200053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source_14_20260420_200053_top.png</a:t>
            </a:r>
          </a:p>
        </p:txBody>
      </p:sp>
      <p:pic>
        <p:nvPicPr>
          <p:cNvPr id="3" name="Picture 2" descr="source_14_20260420_200053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