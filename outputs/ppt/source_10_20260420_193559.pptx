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19:35:59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**近期活跃度较低**：过去7天仅记录到1次数据变更（4次修改），整体更新频率较为平缓，无明显波动。</a:t>
            </a:r>
          </a:p>
          <a:p/>
          <a:p>
            <a:r>
              <a:t>2. **未知类型记录占主导**：最近30天内的主要变更记录（4次）均标记为“unknown”，建议进一步明确分类标签以提升数据可解释性。</a:t>
            </a:r>
          </a:p>
          <a:p/>
          <a:p>
            <a:r>
              <a:t>3. **整体变更量有限**：历史累计变更总次数为4次，系统或业务处于低变更状态，可能处于稳定运行或初始阶段。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source_10_20260420_193559_trend.png</a:t>
            </a:r>
          </a:p>
        </p:txBody>
      </p:sp>
      <p:pic>
        <p:nvPicPr>
          <p:cNvPr id="3" name="Picture 2" descr="source_10_20260420_19355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source_10_20260420_193559_cumulative.png</a:t>
            </a:r>
          </a:p>
        </p:txBody>
      </p:sp>
      <p:pic>
        <p:nvPicPr>
          <p:cNvPr id="3" name="Picture 2" descr="source_10_20260420_19355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source_10_20260420_193559_top.png</a:t>
            </a:r>
          </a:p>
        </p:txBody>
      </p:sp>
      <p:pic>
        <p:nvPicPr>
          <p:cNvPr id="3" name="Picture 2" descr="source_10_20260420_19355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