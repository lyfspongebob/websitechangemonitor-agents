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中国天气网-北京天气</a:t>
            </a:r>
          </a:p>
          <a:p>
            <a:r>
              <a:t>2026-04-20 19:02:19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**近期活跃度集中**：过去7天（截至2026年4月20日）共发生7次变更，且全部集中在最近一天，显示近期数据更新较为集中或存在批量操作。</a:t>
            </a:r>
          </a:p>
          <a:p/>
          <a:p>
            <a:r>
              <a:t>2. **内容热点突出**：近30天内，“全国天气资讯”以6次变更成为最活跃的主题，占比高达85.7%，表明该领域近期是内容更新或用户关注的重点。</a:t>
            </a:r>
          </a:p>
          <a:p/>
          <a:p>
            <a:r>
              <a:t>3. **整体变更量有限**：总变更次数为7次，与近7天变更数相同，说明所有数据变动均发生在最近一周，此前较长时段内无更新活动。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source_3_20260420_190219_trend.png</a:t>
            </a:r>
          </a:p>
        </p:txBody>
      </p:sp>
      <p:pic>
        <p:nvPicPr>
          <p:cNvPr id="3" name="Picture 2" descr="source_3_20260420_19021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source_3_20260420_190219_cumulative.png</a:t>
            </a:r>
          </a:p>
        </p:txBody>
      </p:sp>
      <p:pic>
        <p:nvPicPr>
          <p:cNvPr id="3" name="Picture 2" descr="source_3_20260420_19021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source_3_20260420_190219_top.png</a:t>
            </a:r>
          </a:p>
        </p:txBody>
      </p:sp>
      <p:pic>
        <p:nvPicPr>
          <p:cNvPr id="3" name="Picture 2" descr="source_3_20260420_19021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