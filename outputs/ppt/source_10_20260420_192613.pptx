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新浪新闻-体育</a:t>
            </a:r>
          </a:p>
          <a:p>
            <a:r>
              <a:t>2026-04-20 19:26:13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根据提供的数据指标，以下是3条简短洞察：</a:t>
            </a:r>
          </a:p>
          <a:p/>
          <a:p>
            <a:r>
              <a:t>1. **近期活跃度较低**：过去7天内仅有一次数据变更（4月20日），表明近期业务或系统活动较为平缓。</a:t>
            </a:r>
          </a:p>
          <a:p/>
          <a:p>
            <a:r>
              <a:t>2. **未知记录占比较高**：近30天内的主要变更记录中，关键词“unknown”出现频次最高（2次），建议进一步明确数据来源或分类标签。</a:t>
            </a:r>
          </a:p>
          <a:p/>
          <a:p>
            <a:r>
              <a:t>3. **整体变更量有限**：历史累计变更总量仅为2次，说明该数据集的变动频率较低，可能处于初始阶段或稳定状态。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source_10_20260420_192612_trend.png</a:t>
            </a:r>
          </a:p>
        </p:txBody>
      </p:sp>
      <p:pic>
        <p:nvPicPr>
          <p:cNvPr id="3" name="Picture 2" descr="source_10_20260420_192612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source_10_20260420_192612_cumulative.png</a:t>
            </a:r>
          </a:p>
        </p:txBody>
      </p:sp>
      <p:pic>
        <p:nvPicPr>
          <p:cNvPr id="3" name="Picture 2" descr="source_10_20260420_192612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source_10_20260420_192612_top.png</a:t>
            </a:r>
          </a:p>
        </p:txBody>
      </p:sp>
      <p:pic>
        <p:nvPicPr>
          <p:cNvPr id="3" name="Picture 2" descr="source_10_20260420_192612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