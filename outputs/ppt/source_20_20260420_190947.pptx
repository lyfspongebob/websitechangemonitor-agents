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腾讯体育</a:t>
            </a:r>
          </a:p>
          <a:p>
            <a:r>
              <a:t>2026-04-20 19:09:47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**近期活跃度较低**：过去7天仅有一次数据变更（4月20日），整体更新频率偏低，可能处于业务平稳期或维护阶段。  </a:t>
            </a:r>
          </a:p>
          <a:p>
            <a:r>
              <a:t>2. **内容关注点集中**：近30天最热门的记录为“腾讯体育网页内容摘要”，表明当前用户或业务焦点可能集中在体育资讯领域。  </a:t>
            </a:r>
          </a:p>
          <a:p>
            <a:r>
              <a:t>3. **整体变动有限**：总变更次数仅为1次，说明数据或内容长期保持稳定，变动需求较少。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source_20_20260420_190947_trend.png</a:t>
            </a:r>
          </a:p>
        </p:txBody>
      </p:sp>
      <p:pic>
        <p:nvPicPr>
          <p:cNvPr id="3" name="Picture 2" descr="source_20_20260420_190947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source_20_20260420_190947_cumulative.png</a:t>
            </a:r>
          </a:p>
        </p:txBody>
      </p:sp>
      <p:pic>
        <p:nvPicPr>
          <p:cNvPr id="3" name="Picture 2" descr="source_20_20260420_190947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source_20_20260420_190947_top.png</a:t>
            </a:r>
          </a:p>
        </p:txBody>
      </p:sp>
      <p:pic>
        <p:nvPicPr>
          <p:cNvPr id="3" name="Picture 2" descr="source_20_20260420_190947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