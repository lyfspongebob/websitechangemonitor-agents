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搜狐财经</a:t>
            </a:r>
          </a:p>
          <a:p>
            <a:r>
              <a:t>2026-04-20 19:36:11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**近期活跃度较低**：过去7天仅记录到1次数据变动（4月20日），整体更新频率偏低，可能处于内容沉淀期或运营节奏放缓。  </a:t>
            </a:r>
          </a:p>
          <a:p>
            <a:r>
              <a:t>2. **热点内容集中**：近30天最受关注的记录为《第一代网红奶茶奈雪，怎么悄悄亏麻了?》，但互动量仅2次，说明用户参与度有限，话题传播力较弱。  </a:t>
            </a:r>
          </a:p>
          <a:p>
            <a:r>
              <a:t>3. **整体变动稀疏**：总变动次数仅2次，平台或项目当前内容更新与用户互动规模较小，需关注活跃度提升策略。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source_23_20260420_193611_trend.png</a:t>
            </a:r>
          </a:p>
        </p:txBody>
      </p:sp>
      <p:pic>
        <p:nvPicPr>
          <p:cNvPr id="3" name="Picture 2" descr="source_23_20260420_193611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source_23_20260420_193611_cumulative.png</a:t>
            </a:r>
          </a:p>
        </p:txBody>
      </p:sp>
      <p:pic>
        <p:nvPicPr>
          <p:cNvPr id="3" name="Picture 2" descr="source_23_20260420_193611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source_23_20260420_193611_top.png</a:t>
            </a:r>
          </a:p>
        </p:txBody>
      </p:sp>
      <p:pic>
        <p:nvPicPr>
          <p:cNvPr id="3" name="Picture 2" descr="source_23_20260420_193611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