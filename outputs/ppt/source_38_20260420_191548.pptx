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中央气象台-首页</a:t>
            </a:r>
          </a:p>
          <a:p>
            <a:r>
              <a:t>2026-04-20 19:15:49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**近期活跃度较低**：过去7天内仅有一次数据更新（4月20日），表明近期系统或内容变动频率较低。  </a:t>
            </a:r>
          </a:p>
          <a:p>
            <a:r>
              <a:t>2. **用户关注点集中**：近30天最常访问的记录为“北京天气实况与预报”，说明用户对特定地域的天气信息需求突出。  </a:t>
            </a:r>
          </a:p>
          <a:p>
            <a:r>
              <a:t>3. **整体变动有限**：总变更次数仅为1次，反映出数据或内容长期保持稳定，变动幅度较小。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source_38_20260420_191548_trend.png</a:t>
            </a:r>
          </a:p>
        </p:txBody>
      </p:sp>
      <p:pic>
        <p:nvPicPr>
          <p:cNvPr id="3" name="Picture 2" descr="source_38_20260420_19154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source_38_20260420_191548_cumulative.png</a:t>
            </a:r>
          </a:p>
        </p:txBody>
      </p:sp>
      <p:pic>
        <p:nvPicPr>
          <p:cNvPr id="3" name="Picture 2" descr="source_38_20260420_19154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source_38_20260420_191548_top.png</a:t>
            </a:r>
          </a:p>
        </p:txBody>
      </p:sp>
      <p:pic>
        <p:nvPicPr>
          <p:cNvPr id="3" name="Picture 2" descr="source_38_20260420_19154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