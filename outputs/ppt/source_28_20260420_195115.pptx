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界面新闻-首页</a:t>
            </a:r>
          </a:p>
          <a:p>
            <a:r>
              <a:t>2026-04-20 19:51:15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**近期活跃度显著提升**：过去7天内共记录6次内容变更，全部集中在4月20日，显示当日内容更新较为集中。</a:t>
            </a:r>
          </a:p>
          <a:p/>
          <a:p>
            <a:r>
              <a:t>2. **用户关注热点明确**：近30天最受关注的记录为“美国对华锂电材料‘双反’调查”话题，累计被查看4次，明显高于其他内容，反映该议题具有较高关注度。</a:t>
            </a:r>
          </a:p>
          <a:p/>
          <a:p>
            <a:r>
              <a:t>3. **内容更新总量平稳**：截至目前总变更次数为6次，与近7天变更数一致，说明近期内容更新较为稳定，无历史累积变更。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source_28_20260420_195114_trend.png</a:t>
            </a:r>
          </a:p>
        </p:txBody>
      </p:sp>
      <p:pic>
        <p:nvPicPr>
          <p:cNvPr id="3" name="Picture 2" descr="source_28_20260420_195114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source_28_20260420_195114_cumulative.png</a:t>
            </a:r>
          </a:p>
        </p:txBody>
      </p:sp>
      <p:pic>
        <p:nvPicPr>
          <p:cNvPr id="3" name="Picture 2" descr="source_28_20260420_195114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source_28_20260420_195114_top.png</a:t>
            </a:r>
          </a:p>
        </p:txBody>
      </p:sp>
      <p:pic>
        <p:nvPicPr>
          <p:cNvPr id="3" name="Picture 2" descr="source_28_20260420_195114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