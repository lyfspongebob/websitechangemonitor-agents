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网站变更监控自动报告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新浪财经-7x24</a:t>
            </a:r>
          </a:p>
          <a:p>
            <a:r>
              <a:t>2026-04-20 19:19:23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分析结论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**近期活跃度较低**：过去7天仅记录到1次数据变更，整体更新频率处于低位，可能反映近期信息变动较少或系统录入放缓。</a:t>
            </a:r>
          </a:p>
          <a:p/>
          <a:p>
            <a:r>
              <a:t>2. **热点内容集中**：近30天最受关注的记录为“德国推动乌克兰关联成员资格”相关消息，但累计仅1次关注，说明近期缺乏持续高热度的议题。</a:t>
            </a:r>
          </a:p>
          <a:p/>
          <a:p>
            <a:r>
              <a:t>3. **数据总量有限**：总变更次数仅为1次，表明当前数据规模较小，可能处于系统初建期或特定观察窗口内，需持续积累以提升分析价值。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source_49_20260420_191923_trend.png</a:t>
            </a:r>
          </a:p>
        </p:txBody>
      </p:sp>
      <p:pic>
        <p:nvPicPr>
          <p:cNvPr id="3" name="Picture 2" descr="source_49_20260420_191923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772400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source_49_20260420_191923_cumulative.png</a:t>
            </a:r>
          </a:p>
        </p:txBody>
      </p:sp>
      <p:pic>
        <p:nvPicPr>
          <p:cNvPr id="3" name="Picture 2" descr="source_49_20260420_191923_cumulat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772400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source_49_20260420_191923_top.png</a:t>
            </a:r>
          </a:p>
        </p:txBody>
      </p:sp>
      <p:pic>
        <p:nvPicPr>
          <p:cNvPr id="3" name="Picture 2" descr="source_49_20260420_191923_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772400" cy="3886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