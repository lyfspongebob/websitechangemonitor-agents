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网站变更监控自动报告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网易科技</a:t>
            </a:r>
          </a:p>
          <a:p>
            <a:r>
              <a:t>2026-04-20 19:30:54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分析结论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**近期更新活跃度较低**：过去7天内仅记录1次数据更新（4月20日），总更新次数为3次，整体内容变动频率较为平缓。  </a:t>
            </a:r>
          </a:p>
          <a:p>
            <a:r>
              <a:t>2. **用户关注焦点集中**：近30天最受关注的记录为“华为Pura90逆周期定价，4699元起，未涨价”，累计被查看3次，反映市场对头部品牌定价策略敏感。  </a:t>
            </a:r>
          </a:p>
          <a:p>
            <a:r>
              <a:t>3. **数据总量有限**：总更新次数与近期热点数量一致，说明当前数据规模较小，可结合更多维度进一步观察趋势。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source_15_20260420_193054_trend.png</a:t>
            </a:r>
          </a:p>
        </p:txBody>
      </p:sp>
      <p:pic>
        <p:nvPicPr>
          <p:cNvPr id="3" name="Picture 2" descr="source_15_20260420_193054_tre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188720"/>
            <a:ext cx="7772400" cy="38862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source_15_20260420_193054_cumulative.png</a:t>
            </a:r>
          </a:p>
        </p:txBody>
      </p:sp>
      <p:pic>
        <p:nvPicPr>
          <p:cNvPr id="3" name="Picture 2" descr="source_15_20260420_193054_cumulati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188720"/>
            <a:ext cx="7772400" cy="38862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source_15_20260420_193054_top.png</a:t>
            </a:r>
          </a:p>
        </p:txBody>
      </p:sp>
      <p:pic>
        <p:nvPicPr>
          <p:cNvPr id="3" name="Picture 2" descr="source_15_20260420_193054_t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188720"/>
            <a:ext cx="7772400" cy="38862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