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新华网-首页</a:t>
            </a:r>
          </a:p>
          <a:p>
            <a:r>
              <a:t>2026-04-20 19:52:58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**近期活跃度较低**：过去7天仅记录到1次数据更新（5条变更），整体内容变动频率不高，可能处于信息维护的平稳期。</a:t>
            </a:r>
          </a:p>
          <a:p/>
          <a:p>
            <a:r>
              <a:t>2. **热点内容集中**：近30天最受关注的记录为“习近平同沙特王储兼首相穆罕默德通电话”（累计4次关联更新），显示外交类议题近期占据内容焦点。</a:t>
            </a:r>
          </a:p>
          <a:p/>
          <a:p>
            <a:r>
              <a:t>3. **整体更新规模有限**：历史累计变更总量为5条，结合近期数据来看，系统或平台的内容更新量级较小，可能属于轻量级信息项目。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source_33_20260420_195258_trend.png</a:t>
            </a:r>
          </a:p>
        </p:txBody>
      </p:sp>
      <p:pic>
        <p:nvPicPr>
          <p:cNvPr id="3" name="Picture 2" descr="source_33_20260420_19525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source_33_20260420_195258_cumulative.png</a:t>
            </a:r>
          </a:p>
        </p:txBody>
      </p:sp>
      <p:pic>
        <p:nvPicPr>
          <p:cNvPr id="3" name="Picture 2" descr="source_33_20260420_19525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source_33_20260420_195258_top.png</a:t>
            </a:r>
          </a:p>
        </p:txBody>
      </p:sp>
      <p:pic>
        <p:nvPicPr>
          <p:cNvPr id="3" name="Picture 2" descr="source_33_20260420_19525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