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腾讯新闻-国内</a:t>
            </a:r>
          </a:p>
          <a:p>
            <a:r>
              <a:t>2026-04-20 19:07:50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根据提供的数据指标，以下是3条简短洞察：</a:t>
            </a:r>
          </a:p>
          <a:p/>
          <a:p>
            <a:r>
              <a:t>1. **近期活跃度较低**：过去7天内仅发生1次数据变更，表明系统或业务近期处于低活跃状态。</a:t>
            </a:r>
          </a:p>
          <a:p/>
          <a:p>
            <a:r>
              <a:t>2. **用户行为特征不明确**：最近30天内的主要记录关键词为“unknown”，说明用户行为或数据来源缺乏明确分类，建议完善数据标签体系。</a:t>
            </a:r>
          </a:p>
          <a:p/>
          <a:p>
            <a:r>
              <a:t>3. **整体变动较少**：总变更次数仅为1次，反映出数据整体稳定性较高，但可能也意味着更新频率不足或业务处于初始阶段。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source_17_20260420_190750_trend.png</a:t>
            </a:r>
          </a:p>
        </p:txBody>
      </p:sp>
      <p:pic>
        <p:nvPicPr>
          <p:cNvPr id="3" name="Picture 2" descr="source_17_20260420_19075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source_17_20260420_190750_cumulative.png</a:t>
            </a:r>
          </a:p>
        </p:txBody>
      </p:sp>
      <p:pic>
        <p:nvPicPr>
          <p:cNvPr id="3" name="Picture 2" descr="source_17_20260420_19075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source_17_20260420_190750_top.png</a:t>
            </a:r>
          </a:p>
        </p:txBody>
      </p:sp>
      <p:pic>
        <p:nvPicPr>
          <p:cNvPr id="3" name="Picture 2" descr="source_17_20260420_19075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