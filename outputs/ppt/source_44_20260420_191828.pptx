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证券时报网</a:t>
            </a:r>
          </a:p>
          <a:p>
            <a:r>
              <a:t>2026-04-20 19:18:28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**近期活跃度较低**：过去7天仅记录到1次数据变动，表明近期信息更新频率较低，可能处于信息静默期或平台活跃度下降。</a:t>
            </a:r>
          </a:p>
          <a:p/>
          <a:p>
            <a:r>
              <a:t>2. **热点内容单一**：近30天最受关注的记录为“上海产业互联网平台行动方案”，但仅被访问1次，说明近期缺乏持续或广泛关注的热点话题。</a:t>
            </a:r>
          </a:p>
          <a:p/>
          <a:p>
            <a:r>
              <a:t>3. **整体数据量偏少**：总变动次数仅为1次，反映出当前数据积累较为有限，可能需要更长时间观察或进一步的数据收集才能形成趋势性分析。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source_44_20260420_191827_trend.png</a:t>
            </a:r>
          </a:p>
        </p:txBody>
      </p:sp>
      <p:pic>
        <p:nvPicPr>
          <p:cNvPr id="3" name="Picture 2" descr="source_44_20260420_19182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source_44_20260420_191827_cumulative.png</a:t>
            </a:r>
          </a:p>
        </p:txBody>
      </p:sp>
      <p:pic>
        <p:nvPicPr>
          <p:cNvPr id="3" name="Picture 2" descr="source_44_20260420_19182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source_44_20260420_191827_top.png</a:t>
            </a:r>
          </a:p>
        </p:txBody>
      </p:sp>
      <p:pic>
        <p:nvPicPr>
          <p:cNvPr id="3" name="Picture 2" descr="source_44_20260420_19182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