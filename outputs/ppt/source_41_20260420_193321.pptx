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东方财富-首页</a:t>
            </a:r>
          </a:p>
          <a:p>
            <a:r>
              <a:t>2026-04-20 19:33:21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**近期活跃度较低**：过去7天仅发生2次变更，整体更新频率不高，可能处于项目稳定期或维护阶段。  </a:t>
            </a:r>
          </a:p>
          <a:p>
            <a:r>
              <a:t>2. **用户关注点分散**：近30天热门记录中，“unknown”与“东方财富移动客户端及产品介绍”并列首位（各1次），说明用户查询方向不集中或数据标签有待完善。  </a:t>
            </a:r>
          </a:p>
          <a:p>
            <a:r>
              <a:t>3. **整体变动有限**：总变更次数仅为2次，表明项目当前内容或功能变动较少，可能以小幅优化为主。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source_41_20260420_193320_trend.png</a:t>
            </a:r>
          </a:p>
        </p:txBody>
      </p:sp>
      <p:pic>
        <p:nvPicPr>
          <p:cNvPr id="3" name="Picture 2" descr="source_41_20260420_19332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source_41_20260420_193320_cumulative.png</a:t>
            </a:r>
          </a:p>
        </p:txBody>
      </p:sp>
      <p:pic>
        <p:nvPicPr>
          <p:cNvPr id="3" name="Picture 2" descr="source_41_20260420_19332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source_41_20260420_193320_top.png</a:t>
            </a:r>
          </a:p>
        </p:txBody>
      </p:sp>
      <p:pic>
        <p:nvPicPr>
          <p:cNvPr id="3" name="Picture 2" descr="source_41_20260420_19332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