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新浪新闻-财经</a:t>
            </a:r>
          </a:p>
          <a:p>
            <a:r>
              <a:t>2026-04-20 19:41:36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**近期更新活跃度较低**：过去7天仅有一次数据更新（5条记录），整体更新频率不高，可能处于信息平缓期。</a:t>
            </a:r>
          </a:p>
          <a:p/>
          <a:p>
            <a:r>
              <a:t>2. **用户关注点分散**：近30天热门记录中，“unknown”标签占比最高（3次），说明较多查询未匹配到明确主题，可能存在检索模糊或数据覆盖不全的情况。</a:t>
            </a:r>
          </a:p>
          <a:p/>
          <a:p>
            <a:r>
              <a:t>3. **财经与政务内容受关注**：除未知标签外，用户对具体公司财报（如万润股份）和国务院动态有明显兴趣，显示对权威财经及政策信息的需求。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source_8_20260420_194135_trend.png</a:t>
            </a:r>
          </a:p>
        </p:txBody>
      </p:sp>
      <p:pic>
        <p:nvPicPr>
          <p:cNvPr id="3" name="Picture 2" descr="source_8_20260420_19413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source_8_20260420_194135_cumulative.png</a:t>
            </a:r>
          </a:p>
        </p:txBody>
      </p:sp>
      <p:pic>
        <p:nvPicPr>
          <p:cNvPr id="3" name="Picture 2" descr="source_8_20260420_19413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source_8_20260420_194135_top.png</a:t>
            </a:r>
          </a:p>
        </p:txBody>
      </p:sp>
      <p:pic>
        <p:nvPicPr>
          <p:cNvPr id="3" name="Picture 2" descr="source_8_20260420_19413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