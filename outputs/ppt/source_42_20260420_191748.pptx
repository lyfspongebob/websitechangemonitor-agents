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东方财富-行情中心</a:t>
            </a:r>
          </a:p>
          <a:p>
            <a:r>
              <a:t>2026-04-20 19:17:48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**近期活动显著放缓**：过去7天仅记录到1次数据变更，表明近期系统或用户活跃度处于较低水平。</a:t>
            </a:r>
          </a:p>
          <a:p/>
          <a:p>
            <a:r>
              <a:t>2. **关键记录来源不明**：最近30天的主要记录中，关键词“unknown”占比最高，提示数据标签可能存在缺失或分类不够清晰。</a:t>
            </a:r>
          </a:p>
          <a:p/>
          <a:p>
            <a:r>
              <a:t>3. **整体变动量极低**：总变更次数仅为1次，说明数据整体处于非常稳定的状态，可能需关注数据更新机制或业务活跃情况。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source_42_20260420_191747_trend.png</a:t>
            </a:r>
          </a:p>
        </p:txBody>
      </p:sp>
      <p:pic>
        <p:nvPicPr>
          <p:cNvPr id="3" name="Picture 2" descr="source_42_20260420_191747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source_42_20260420_191747_cumulative.png</a:t>
            </a:r>
          </a:p>
        </p:txBody>
      </p:sp>
      <p:pic>
        <p:nvPicPr>
          <p:cNvPr id="3" name="Picture 2" descr="source_42_20260420_191747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source_42_20260420_191747_top.png</a:t>
            </a:r>
          </a:p>
        </p:txBody>
      </p:sp>
      <p:pic>
        <p:nvPicPr>
          <p:cNvPr id="3" name="Picture 2" descr="source_42_20260420_191747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