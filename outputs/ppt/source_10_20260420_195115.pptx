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19:51:15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**近期活跃度显著提升**：过去7天内（截至2026年4月20日）共发生7次变更，与总变更次数（7次）一致，说明所有变更均集中在这一周内，系统或内容近期活跃度较高。</a:t>
            </a:r>
          </a:p>
          <a:p/>
          <a:p>
            <a:r>
              <a:t>2. **未知来源占主导**：近30天最常变更的记录中，“unknown”类别以6次变更位居第一，占比高达85.7%，提示数据来源或分类标识可能存在大量未明确标注的情况，需关注数据完整性。</a:t>
            </a:r>
          </a:p>
          <a:p/>
          <a:p>
            <a:r>
              <a:t>3. **内容类型单一**：除未知来源外，仅“新浪体育赛事赛程与结果汇总”有1次变更，其他主题缺乏更新，整体内容多样性较低，可能影响用户覆盖范围或使用价值。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source_10_20260420_195115_trend.png</a:t>
            </a:r>
          </a:p>
        </p:txBody>
      </p:sp>
      <p:pic>
        <p:nvPicPr>
          <p:cNvPr id="3" name="Picture 2" descr="source_10_20260420_19511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source_10_20260420_195115_cumulative.png</a:t>
            </a:r>
          </a:p>
        </p:txBody>
      </p:sp>
      <p:pic>
        <p:nvPicPr>
          <p:cNvPr id="3" name="Picture 2" descr="source_10_20260420_19511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source_10_20260420_195115_top.png</a:t>
            </a:r>
          </a:p>
        </p:txBody>
      </p:sp>
      <p:pic>
        <p:nvPicPr>
          <p:cNvPr id="3" name="Picture 2" descr="source_10_20260420_19511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