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财联社-首页</a:t>
            </a:r>
          </a:p>
          <a:p>
            <a:r>
              <a:t>2026-04-20 19:11:13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**近期活跃度较低**：过去7天仅记录到1次数据变化，表明近期用户或系统活动较为平淡，可能需要关注内容更新频率或用户参与度。</a:t>
            </a:r>
          </a:p>
          <a:p/>
          <a:p>
            <a:r>
              <a:t>2. **热门内容集中**：近30天最受关注的记录为“科创50ETF份额变动与立讯精密机构博弈”，显示当前用户兴趣高度集中于金融与市场动态类话题。</a:t>
            </a:r>
          </a:p>
          <a:p/>
          <a:p>
            <a:r>
              <a:t>3. **整体数据规模有限**：总变更次数仅为1次，说明当前数据积累尚处早期阶段，建议持续观察长期趋势以获取更有代表性的分析结论。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source_29_20260420_191113_trend.png</a:t>
            </a:r>
          </a:p>
        </p:txBody>
      </p:sp>
      <p:pic>
        <p:nvPicPr>
          <p:cNvPr id="3" name="Picture 2" descr="source_29_20260420_191113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source_29_20260420_191113_cumulative.png</a:t>
            </a:r>
          </a:p>
        </p:txBody>
      </p:sp>
      <p:pic>
        <p:nvPicPr>
          <p:cNvPr id="3" name="Picture 2" descr="source_29_20260420_191113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source_29_20260420_191113_top.png</a:t>
            </a:r>
          </a:p>
        </p:txBody>
      </p:sp>
      <p:pic>
        <p:nvPicPr>
          <p:cNvPr id="3" name="Picture 2" descr="source_29_20260420_191113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