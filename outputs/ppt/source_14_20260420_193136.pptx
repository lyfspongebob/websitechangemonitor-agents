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网易财经</a:t>
            </a:r>
          </a:p>
          <a:p>
            <a:r>
              <a:t>2026-04-20 19:31:36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**近期活跃度较低**：过去7天内仅有一次数据更新（4月20日），总变更次数仅为3次，表明近期内容或指标变动较少，业务或运营活动可能处于平缓期。</a:t>
            </a:r>
          </a:p>
          <a:p/>
          <a:p>
            <a:r>
              <a:t>2. **热点内容集中**：近30天最受关注的记录为“利润暴跌7成，字节到底在做什么”，该话题累计出现3次，反映出用户或市场对字节跳动近期利润波动的关注度较高。</a:t>
            </a:r>
          </a:p>
          <a:p/>
          <a:p>
            <a:r>
              <a:t>3. **整体变动有限**：总变更次数（3次）与近期数据更新频率一致，说明整体数据变动规模较小，可能处于稳定观察阶段，需关注后续是否有新增动态。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source_14_20260420_193136_trend.png</a:t>
            </a:r>
          </a:p>
        </p:txBody>
      </p:sp>
      <p:pic>
        <p:nvPicPr>
          <p:cNvPr id="3" name="Picture 2" descr="source_14_20260420_193136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source_14_20260420_193136_cumulative.png</a:t>
            </a:r>
          </a:p>
        </p:txBody>
      </p:sp>
      <p:pic>
        <p:nvPicPr>
          <p:cNvPr id="3" name="Picture 2" descr="source_14_20260420_193136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source_14_20260420_193136_top.png</a:t>
            </a:r>
          </a:p>
        </p:txBody>
      </p:sp>
      <p:pic>
        <p:nvPicPr>
          <p:cNvPr id="3" name="Picture 2" descr="source_14_20260420_193136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