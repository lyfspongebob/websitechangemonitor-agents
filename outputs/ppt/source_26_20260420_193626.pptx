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网站变更监控自动报告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澎湃新闻-首页</a:t>
            </a:r>
          </a:p>
          <a:p>
            <a:r>
              <a:t>2026-04-20 19:36:26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分析结论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**近期活跃度较低**：过去7天内仅记录到1次数据更新（4月20日），总变更次数为4次，整体数据变动频率处于较低水平。  </a:t>
            </a:r>
          </a:p>
          <a:p>
            <a:r>
              <a:t>2. **热点内容集中**：近30天最受关注的记录为“习近平同沙特王储兼首相穆罕默德通电话”，共出现4次，表明当前内容焦点高度集中于特定政治外交事件。  </a:t>
            </a:r>
          </a:p>
          <a:p>
            <a:r>
              <a:t>3. **数据总量有限**：总变更次数仅为4次，结合近期活动趋势，说明整体数据规模较小，可能处于初期阶段或低频更新场景。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source_26_20260420_193626_trend.png</a:t>
            </a:r>
          </a:p>
        </p:txBody>
      </p:sp>
      <p:pic>
        <p:nvPicPr>
          <p:cNvPr id="3" name="Picture 2" descr="source_26_20260420_193626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source_26_20260420_193626_cumulative.png</a:t>
            </a:r>
          </a:p>
        </p:txBody>
      </p:sp>
      <p:pic>
        <p:nvPicPr>
          <p:cNvPr id="3" name="Picture 2" descr="source_26_20260420_193626_cumul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source_26_20260420_193626_top.png</a:t>
            </a:r>
          </a:p>
        </p:txBody>
      </p:sp>
      <p:pic>
        <p:nvPicPr>
          <p:cNvPr id="3" name="Picture 2" descr="source_26_20260420_193626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