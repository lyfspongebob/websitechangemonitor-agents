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19:42:31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**近期活跃度较低**：过去7天内仅记录到1次数据更新（4月20日），总更新量为4次，整体内容变动频率处于较低水平。  </a:t>
            </a:r>
          </a:p>
          <a:p>
            <a:r>
              <a:t>2. **热点内容集中**：近30天最受关注的记录为美国对华锂电材料“双反”调查相关话题，累计出现2次，显示用户对国际经贸动态关注度较高。  </a:t>
            </a:r>
          </a:p>
          <a:p>
            <a:r>
              <a:t>3. **内容总量有限**：截至目前总更新记录仅4条，结合近期数据，整体信息产出规模较小，可能处于信息收集或初期运营阶段。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source_28_20260420_194230_trend.png</a:t>
            </a:r>
          </a:p>
        </p:txBody>
      </p:sp>
      <p:pic>
        <p:nvPicPr>
          <p:cNvPr id="3" name="Picture 2" descr="source_28_20260420_19423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source_28_20260420_194230_cumulative.png</a:t>
            </a:r>
          </a:p>
        </p:txBody>
      </p:sp>
      <p:pic>
        <p:nvPicPr>
          <p:cNvPr id="3" name="Picture 2" descr="source_28_20260420_19423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source_28_20260420_194230_top.png</a:t>
            </a:r>
          </a:p>
        </p:txBody>
      </p:sp>
      <p:pic>
        <p:nvPicPr>
          <p:cNvPr id="3" name="Picture 2" descr="source_28_20260420_19423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