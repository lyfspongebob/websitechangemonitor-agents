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金十数据-首页</a:t>
            </a:r>
          </a:p>
          <a:p>
            <a:r>
              <a:t>2026-04-20 19:36:53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**近期活跃度较低**：过去7天仅记录到1次数据变更（4月20日），整体更新频率较为平缓。  </a:t>
            </a:r>
          </a:p>
          <a:p>
            <a:r>
              <a:t>2. **未知类型占主导**：近30天最频繁的变更记录类型为“unknown”，可能需进一步明确分类标签。  </a:t>
            </a:r>
          </a:p>
          <a:p>
            <a:r>
              <a:t>3. **整体变动有限**：总变更次数为3次，系统或业务处于低变动阶段，可关注是否需要优化数据更新机制。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source_46_20260420_193653_trend.png</a:t>
            </a:r>
          </a:p>
        </p:txBody>
      </p:sp>
      <p:pic>
        <p:nvPicPr>
          <p:cNvPr id="3" name="Picture 2" descr="source_46_20260420_19365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source_46_20260420_193653_cumulative.png</a:t>
            </a:r>
          </a:p>
        </p:txBody>
      </p:sp>
      <p:pic>
        <p:nvPicPr>
          <p:cNvPr id="3" name="Picture 2" descr="source_46_20260420_19365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source_46_20260420_193653_top.png</a:t>
            </a:r>
          </a:p>
        </p:txBody>
      </p:sp>
      <p:pic>
        <p:nvPicPr>
          <p:cNvPr id="3" name="Picture 2" descr="source_46_20260420_19365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