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腾讯体育</a:t>
            </a:r>
          </a:p>
          <a:p>
            <a:r>
              <a:t>2026-04-20 19:46:50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**近期更新活跃度较低**：过去7天仅有一次数据更新（6条记录），表明近期内容变动频率不高，可能处于平稳运营阶段。</a:t>
            </a:r>
          </a:p>
          <a:p/>
          <a:p>
            <a:r>
              <a:t>2. **用户关注点集中于体育资讯**：近30天热门记录显示，“热门比赛与体育资讯”和“热门比赛与热点资讯”并列首位（各2次），说明用户对实时赛事和热点内容需求突出。</a:t>
            </a:r>
          </a:p>
          <a:p/>
          <a:p>
            <a:r>
              <a:t>3. **内容来源依赖腾讯体育**：热门记录中腾讯体育相关摘要和概览内容占比较高，反映出该平台是目前信息抓取或分发的核心渠道之一。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source_20_20260420_194650_trend.png</a:t>
            </a:r>
          </a:p>
        </p:txBody>
      </p:sp>
      <p:pic>
        <p:nvPicPr>
          <p:cNvPr id="3" name="Picture 2" descr="source_20_20260420_194650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source_20_20260420_194650_cumulative.png</a:t>
            </a:r>
          </a:p>
        </p:txBody>
      </p:sp>
      <p:pic>
        <p:nvPicPr>
          <p:cNvPr id="3" name="Picture 2" descr="source_20_20260420_194650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source_20_20260420_194650_top.png</a:t>
            </a:r>
          </a:p>
        </p:txBody>
      </p:sp>
      <p:pic>
        <p:nvPicPr>
          <p:cNvPr id="3" name="Picture 2" descr="source_20_20260420_194650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