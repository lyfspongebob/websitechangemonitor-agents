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财联社-首页</a:t>
            </a:r>
          </a:p>
          <a:p>
            <a:r>
              <a:t>2026-04-20 19:36:18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**近期活跃度较低**：过去7天内仅记录到2次数据变化，表明近期数据更新或用户活动频率不高，可能需要关注运营策略或内容吸引力。</a:t>
            </a:r>
          </a:p>
          <a:p/>
          <a:p>
            <a:r>
              <a:t>2. **热门内容集中**：近30天最受关注的记录为“科创50ETF份额变动与立讯精密机构博弈”，仅获得2次互动，说明用户兴趣较为单一，可考虑拓展内容多样性以提升整体参与度。</a:t>
            </a:r>
          </a:p>
          <a:p/>
          <a:p>
            <a:r>
              <a:t>3. **整体数据规模有限**：总变化次数仅为2次，反映出当前数据量较小，建议持续积累数据或优化采集方式，以支撑更深入的分析与洞察。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source_29_20260420_193618_trend.png</a:t>
            </a:r>
          </a:p>
        </p:txBody>
      </p:sp>
      <p:pic>
        <p:nvPicPr>
          <p:cNvPr id="3" name="Picture 2" descr="source_29_20260420_193618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source_29_20260420_193618_cumulative.png</a:t>
            </a:r>
          </a:p>
        </p:txBody>
      </p:sp>
      <p:pic>
        <p:nvPicPr>
          <p:cNvPr id="3" name="Picture 2" descr="source_29_20260420_193618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source_29_20260420_193618_top.png</a:t>
            </a:r>
          </a:p>
        </p:txBody>
      </p:sp>
      <p:pic>
        <p:nvPicPr>
          <p:cNvPr id="3" name="Picture 2" descr="source_29_20260420_193618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