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中国新闻网-首页</a:t>
            </a:r>
          </a:p>
          <a:p>
            <a:r>
              <a:t>2026-04-20 19:41:28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**近期活跃度较低**：过去7天仅记录到1次数据变更（4月20日），整体更新频率偏低，可能处于业务平稳期或监控空窗。</a:t>
            </a:r>
          </a:p>
          <a:p/>
          <a:p>
            <a:r>
              <a:t>2. **未知类型记录占主导**：近30天高频变更记录中，关键词“unknown”出现次数最多（共3次），建议核查数据来源或分类规则，明确该标签含义。</a:t>
            </a:r>
          </a:p>
          <a:p/>
          <a:p>
            <a:r>
              <a:t>3. **整体变动量有限**：历史累计变更总量为3次，系统或业务数据变动规模较小，可能为新启动项目或静态配置型数据。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source_35_20260420_194128_trend.png</a:t>
            </a:r>
          </a:p>
        </p:txBody>
      </p:sp>
      <p:pic>
        <p:nvPicPr>
          <p:cNvPr id="3" name="Picture 2" descr="source_35_20260420_194128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source_35_20260420_194128_cumulative.png</a:t>
            </a:r>
          </a:p>
        </p:txBody>
      </p:sp>
      <p:pic>
        <p:nvPicPr>
          <p:cNvPr id="3" name="Picture 2" descr="source_35_20260420_194128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source_35_20260420_194128_top.png</a:t>
            </a:r>
          </a:p>
        </p:txBody>
      </p:sp>
      <p:pic>
        <p:nvPicPr>
          <p:cNvPr id="3" name="Picture 2" descr="source_35_20260420_194128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