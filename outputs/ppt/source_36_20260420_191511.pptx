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中国天气网-首页</a:t>
            </a:r>
          </a:p>
          <a:p>
            <a:r>
              <a:t>2026-04-20 19:15:11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**近期活跃度较低**：过去7天内仅有一次数据变更（2026年4月20日），整体更新频率较低，可能处于业务平稳期或维护阶段。</a:t>
            </a:r>
          </a:p>
          <a:p/>
          <a:p>
            <a:r>
              <a:t>2. **用户关注点集中**：近30天最热门的记录为“全国天气预报”，且仅有一条记录被频繁访问，说明当前用户需求或系统内容较为单一。</a:t>
            </a:r>
          </a:p>
          <a:p/>
          <a:p>
            <a:r>
              <a:t>3. **整体数据规模较小**：总变更次数仅为1次，表明系统当前数据量或用户交互量有限，可能处于初期阶段或低频应用场景。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source_36_20260420_191510_trend.png</a:t>
            </a:r>
          </a:p>
        </p:txBody>
      </p:sp>
      <p:pic>
        <p:nvPicPr>
          <p:cNvPr id="3" name="Picture 2" descr="source_36_20260420_19151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source_36_20260420_191510_cumulative.png</a:t>
            </a:r>
          </a:p>
        </p:txBody>
      </p:sp>
      <p:pic>
        <p:nvPicPr>
          <p:cNvPr id="3" name="Picture 2" descr="source_36_20260420_19151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source_36_20260420_191510_top.png</a:t>
            </a:r>
          </a:p>
        </p:txBody>
      </p:sp>
      <p:pic>
        <p:nvPicPr>
          <p:cNvPr id="3" name="Picture 2" descr="source_36_20260420_19151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