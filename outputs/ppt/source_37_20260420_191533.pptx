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中国天气网-北京</a:t>
            </a:r>
          </a:p>
          <a:p>
            <a:r>
              <a:t>2026-04-20 19:15:33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**近期活跃度较低**：过去7天内仅有一次数据更新（4月20日），表明近期内容变动频率较低，可能需要关注更新节奏。  </a:t>
            </a:r>
          </a:p>
          <a:p>
            <a:r>
              <a:t>2. **热门内容集中**：近30天最受关注的记录为“全国天气资讯”，且仅有一条记录被频繁访问，建议进一步分析该主题的持续吸引力。  </a:t>
            </a:r>
          </a:p>
          <a:p>
            <a:r>
              <a:t>3. **整体变动有限**：总数据变更次数仅为1次，说明系统或内容处于相对稳定状态，可结合业务目标评估是否需要增加更新力度。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source_37_20260420_191532_trend.png</a:t>
            </a:r>
          </a:p>
        </p:txBody>
      </p:sp>
      <p:pic>
        <p:nvPicPr>
          <p:cNvPr id="3" name="Picture 2" descr="source_37_20260420_191532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source_37_20260420_191532_cumulative.png</a:t>
            </a:r>
          </a:p>
        </p:txBody>
      </p:sp>
      <p:pic>
        <p:nvPicPr>
          <p:cNvPr id="3" name="Picture 2" descr="source_37_20260420_191532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source_37_20260420_191532_top.png</a:t>
            </a:r>
          </a:p>
        </p:txBody>
      </p:sp>
      <p:pic>
        <p:nvPicPr>
          <p:cNvPr id="3" name="Picture 2" descr="source_37_20260420_191532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