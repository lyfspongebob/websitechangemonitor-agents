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19:27:04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**近期活跃度较低**：过去7天仅有一次数据更新（4月20日），总变更次数仅为2次，整体内容更新频率偏低。  </a:t>
            </a:r>
          </a:p>
          <a:p>
            <a:r>
              <a:t>2. **热点内容集中**：近30天最受关注的记录为“习近平同沙特王储兼首相穆罕默德通电话”，且关联变更次数最多，显示当前内容焦点较为单一。  </a:t>
            </a:r>
          </a:p>
          <a:p>
            <a:r>
              <a:t>3. **整体数据量有限**：总变更次数仅2次，说明数据规模较小或处于早期阶段，需进一步观察长期趋势。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source_26_20260420_192704_trend.png</a:t>
            </a:r>
          </a:p>
        </p:txBody>
      </p:sp>
      <p:pic>
        <p:nvPicPr>
          <p:cNvPr id="3" name="Picture 2" descr="source_26_20260420_19270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source_26_20260420_192704_cumulative.png</a:t>
            </a:r>
          </a:p>
        </p:txBody>
      </p:sp>
      <p:pic>
        <p:nvPicPr>
          <p:cNvPr id="3" name="Picture 2" descr="source_26_20260420_19270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source_26_20260420_192704_top.png</a:t>
            </a:r>
          </a:p>
        </p:txBody>
      </p:sp>
      <p:pic>
        <p:nvPicPr>
          <p:cNvPr id="3" name="Picture 2" descr="source_26_20260420_19270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