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新浪新闻-财经</a:t>
            </a:r>
          </a:p>
          <a:p>
            <a:r>
              <a:t>2026-04-20 19:26:45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**近期活跃度较低**：过去7天内仅有一次数据更新（4月20日），显示近期内容变动频率较低，可能处于信息稳定期或更新节奏放缓。</a:t>
            </a:r>
          </a:p>
          <a:p/>
          <a:p>
            <a:r>
              <a:t>2. **用户关注点集中**：近30天最受关注的记录为“万润股份2025年营收增长19.62%”，说明用户对该公司业绩动态有较高兴趣，而另一条未知记录占比相同，提示可能存在未被明确标记的热点内容。</a:t>
            </a:r>
          </a:p>
          <a:p/>
          <a:p>
            <a:r>
              <a:t>3. **整体内容规模有限**：总变更次数仅为2次，表明当前数据量较小，可能处于项目早期或特定观察阶段，需持续积累数据以提升分析深度。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source_8_20260420_192645_trend.png</a:t>
            </a:r>
          </a:p>
        </p:txBody>
      </p:sp>
      <p:pic>
        <p:nvPicPr>
          <p:cNvPr id="3" name="Picture 2" descr="source_8_20260420_19264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source_8_20260420_192645_cumulative.png</a:t>
            </a:r>
          </a:p>
        </p:txBody>
      </p:sp>
      <p:pic>
        <p:nvPicPr>
          <p:cNvPr id="3" name="Picture 2" descr="source_8_20260420_19264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source_8_20260420_192645_top.png</a:t>
            </a:r>
          </a:p>
        </p:txBody>
      </p:sp>
      <p:pic>
        <p:nvPicPr>
          <p:cNvPr id="3" name="Picture 2" descr="source_8_20260420_19264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