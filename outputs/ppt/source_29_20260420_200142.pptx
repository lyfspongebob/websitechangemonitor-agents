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财联社-首页</a:t>
            </a:r>
          </a:p>
          <a:p>
            <a:r>
              <a:t>2026-04-20 20:01:42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**近期活跃度较低**：过去7天内仅记录到1次数据更新（4月20日），且总变更次数仅为3次，整体数据变动频率偏低，可能处于信息更新平缓期。</a:t>
            </a:r>
          </a:p>
          <a:p/>
          <a:p>
            <a:r>
              <a:t>2. **用户关注点集中**：近30天最受关注的记录为“科创50ETF份额变动与立讯精密机构博弈”，该话题累计出现3次，显示市场对ETF资金流向及龙头股机构动态有较高兴趣。</a:t>
            </a:r>
          </a:p>
          <a:p/>
          <a:p>
            <a:r>
              <a:t>3. **数据覆盖范围有限**：总变更次数较少（3次），且近期活跃数据点不多，建议结合更长时间维度或补充指标，以获取更全面的趋势分析。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source_29_20260420_200142_trend.png</a:t>
            </a:r>
          </a:p>
        </p:txBody>
      </p:sp>
      <p:pic>
        <p:nvPicPr>
          <p:cNvPr id="3" name="Picture 2" descr="source_29_20260420_200142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source_29_20260420_200142_cumulative.png</a:t>
            </a:r>
          </a:p>
        </p:txBody>
      </p:sp>
      <p:pic>
        <p:nvPicPr>
          <p:cNvPr id="3" name="Picture 2" descr="source_29_20260420_200142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source_29_20260420_200142_top.png</a:t>
            </a:r>
          </a:p>
        </p:txBody>
      </p:sp>
      <p:pic>
        <p:nvPicPr>
          <p:cNvPr id="3" name="Picture 2" descr="source_29_20260420_20014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