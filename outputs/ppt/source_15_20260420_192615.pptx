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网易科技</a:t>
            </a:r>
          </a:p>
          <a:p>
            <a:r>
              <a:t>2026-04-20 19:26:15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根据提供的数据指标，以下是3条简短的洞察：</a:t>
            </a:r>
          </a:p>
          <a:p/>
          <a:p>
            <a:r>
              <a:t>1. **近期更新活跃度低**：过去7天内仅有一次数据更新（4月20日），表明近期内容变动频率较低，可能处于信息稳定期。</a:t>
            </a:r>
          </a:p>
          <a:p/>
          <a:p>
            <a:r>
              <a:t>2. **用户关注点集中**：近30天最受关注的记录是“华为Pura90逆周期定价”话题，但互动量（2次）有限，建议结合更多维度评估其实际热度。</a:t>
            </a:r>
          </a:p>
          <a:p/>
          <a:p>
            <a:r>
              <a:t>3. **整体内容变动较少**：总更新次数仅为2次，说明该数据源当前更新节奏缓慢，可能需要扩展信息来源或激发更多内容变化。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source_15_20260420_192615_trend.png</a:t>
            </a:r>
          </a:p>
        </p:txBody>
      </p:sp>
      <p:pic>
        <p:nvPicPr>
          <p:cNvPr id="3" name="Picture 2" descr="source_15_20260420_19261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source_15_20260420_192615_cumulative.png</a:t>
            </a:r>
          </a:p>
        </p:txBody>
      </p:sp>
      <p:pic>
        <p:nvPicPr>
          <p:cNvPr id="3" name="Picture 2" descr="source_15_20260420_19261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source_15_20260420_192615_top.png</a:t>
            </a:r>
          </a:p>
        </p:txBody>
      </p:sp>
      <p:pic>
        <p:nvPicPr>
          <p:cNvPr id="3" name="Picture 2" descr="source_15_20260420_19261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