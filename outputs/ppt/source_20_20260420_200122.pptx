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腾讯体育</a:t>
            </a:r>
          </a:p>
          <a:p>
            <a:r>
              <a:t>2026-04-20 20:01:22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**近期更新活跃**：过去7天（截至2026年4月20日）共更新9次，与总更新量（9次）一致，说明近期更新集中且活跃度较高。</a:t>
            </a:r>
          </a:p>
          <a:p/>
          <a:p>
            <a:r>
              <a:t>2. **内容主题集中**：近30天最热门的记录为“热门比赛与热点资讯”（4次），其次是“热门比赛与体育资讯”（2次），显示用户关注点主要集中在体育赛事和资讯类内容。</a:t>
            </a:r>
          </a:p>
          <a:p/>
          <a:p>
            <a:r>
              <a:t>3. **内容分布分散**：除前两名外，其余记录（如“腾讯体育网页内容摘要”等）出现频次较低（均为1次），说明内容主题较为多样，但核心热度集中在少数几个主题上。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source_20_20260420_200122_trend.png</a:t>
            </a:r>
          </a:p>
        </p:txBody>
      </p:sp>
      <p:pic>
        <p:nvPicPr>
          <p:cNvPr id="3" name="Picture 2" descr="source_20_20260420_200122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source_20_20260420_200122_cumulative.png</a:t>
            </a:r>
          </a:p>
        </p:txBody>
      </p:sp>
      <p:pic>
        <p:nvPicPr>
          <p:cNvPr id="3" name="Picture 2" descr="source_20_20260420_200122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source_20_20260420_200122_top.png</a:t>
            </a:r>
          </a:p>
        </p:txBody>
      </p:sp>
      <p:pic>
        <p:nvPicPr>
          <p:cNvPr id="3" name="Picture 2" descr="source_20_20260420_200122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