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19:41:17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**近期活跃度较低**：过去7天仅记录到1次数据更新（5条变更），整体更新频率较为平缓，近期内容变动较少。</a:t>
            </a:r>
          </a:p>
          <a:p/>
          <a:p>
            <a:r>
              <a:t>2. **热点话题集中**：近30天最受关注的记录为“习近平同沙特王储兼首相穆罕默德通电话”（累计4次变更），显示政治外交类内容近期占据主要关注度。</a:t>
            </a:r>
          </a:p>
          <a:p/>
          <a:p>
            <a:r>
              <a:t>3. **总变更量有限**：截至目前，所有记录累计变更次数为5次，整体数据变动规模较小，系统或内容处于相对稳定的阶段。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source_26_20260420_194114_trend.png</a:t>
            </a:r>
          </a:p>
        </p:txBody>
      </p:sp>
      <p:pic>
        <p:nvPicPr>
          <p:cNvPr id="3" name="Picture 2" descr="source_26_20260420_19411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source_26_20260420_194114_cumulative.png</a:t>
            </a:r>
          </a:p>
        </p:txBody>
      </p:sp>
      <p:pic>
        <p:nvPicPr>
          <p:cNvPr id="3" name="Picture 2" descr="source_26_20260420_19411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source_26_20260420_194114_top.png</a:t>
            </a:r>
          </a:p>
        </p:txBody>
      </p:sp>
      <p:pic>
        <p:nvPicPr>
          <p:cNvPr id="3" name="Picture 2" descr="source_26_20260420_19411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