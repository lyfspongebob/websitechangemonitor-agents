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IT之家-首页</a:t>
            </a:r>
          </a:p>
          <a:p>
            <a:r>
              <a:t>2026-04-20 19:20:26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**近期活跃度较低**：过去7天内仅记录到1次数据变更，表明近期业务或内容更新频率处于较低水平。</a:t>
            </a:r>
          </a:p>
          <a:p/>
          <a:p>
            <a:r>
              <a:t>2. **热点内容集中**：近30天最受关注的记录为“华为Pura系列及多款新品发布”，且仅此一条，说明用户关注度高度集中于单一热点事件。</a:t>
            </a:r>
          </a:p>
          <a:p/>
          <a:p>
            <a:r>
              <a:t>3. **整体变动较少**：总变更次数仅为1次，反映出数据整体处于非常稳定的状态，变动需求或触发条件较少。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source_52_20260420_192026_trend.png</a:t>
            </a:r>
          </a:p>
        </p:txBody>
      </p:sp>
      <p:pic>
        <p:nvPicPr>
          <p:cNvPr id="3" name="Picture 2" descr="source_52_20260420_192026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source_52_20260420_192026_cumulative.png</a:t>
            </a:r>
          </a:p>
        </p:txBody>
      </p:sp>
      <p:pic>
        <p:nvPicPr>
          <p:cNvPr id="3" name="Picture 2" descr="source_52_20260420_192026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source_52_20260420_192026_top.png</a:t>
            </a:r>
          </a:p>
        </p:txBody>
      </p:sp>
      <p:pic>
        <p:nvPicPr>
          <p:cNvPr id="3" name="Picture 2" descr="source_52_20260420_192026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