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界面新闻-首页</a:t>
            </a:r>
          </a:p>
          <a:p>
            <a:r>
              <a:t>2026-04-20 19:47:27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**近期活跃度较低**：过去7天内仅记录到1次数据更新（5条变更），整体内容变动频率不高，可能处于信息平缓期。</a:t>
            </a:r>
          </a:p>
          <a:p/>
          <a:p>
            <a:r>
              <a:t>2. **热点话题集中**：近30天最受关注的记录为“美国对华锂电材料‘双反’调查未立先败”（出现3次），显示贸易政策动向是当前焦点议题。</a:t>
            </a:r>
          </a:p>
          <a:p/>
          <a:p>
            <a:r>
              <a:t>3. **内容总量有限**：截至目前总变更量仅5条，数据规模较小，可能为初期阶段或特定领域跟踪，建议持续观察更新趋势。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source_28_20260420_194727_trend.png</a:t>
            </a:r>
          </a:p>
        </p:txBody>
      </p:sp>
      <p:pic>
        <p:nvPicPr>
          <p:cNvPr id="3" name="Picture 2" descr="source_28_20260420_19472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source_28_20260420_194727_cumulative.png</a:t>
            </a:r>
          </a:p>
        </p:txBody>
      </p:sp>
      <p:pic>
        <p:nvPicPr>
          <p:cNvPr id="3" name="Picture 2" descr="source_28_20260420_19472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source_28_20260420_194727_top.png</a:t>
            </a:r>
          </a:p>
        </p:txBody>
      </p:sp>
      <p:pic>
        <p:nvPicPr>
          <p:cNvPr id="3" name="Picture 2" descr="source_28_20260420_19472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