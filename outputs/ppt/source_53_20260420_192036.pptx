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虎嗅网-首页</a:t>
            </a:r>
          </a:p>
          <a:p>
            <a:r>
              <a:t>2026-04-20 19:20:36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**近期活跃度较低**：过去7天仅记录到1次数据变更，表明近期系统或业务活动较为平缓，未出现频繁变动。</a:t>
            </a:r>
          </a:p>
          <a:p/>
          <a:p>
            <a:r>
              <a:t>2. **未知记录占主导**：最近30天内的主要变更记录（top_records_last_30_days）中，关键字段“k”显示为“unknown”，占比100%，建议核查数据来源或分类逻辑的完整性。</a:t>
            </a:r>
          </a:p>
          <a:p/>
          <a:p>
            <a:r>
              <a:t>3. **整体变动量极小**：累计变更总量（total_changes）仅为1次，说明该数据集或业务模块处于初始或极低更新状态，可能需要关注数据采集或流程启动情况。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source_53_20260420_192036_trend.png</a:t>
            </a:r>
          </a:p>
        </p:txBody>
      </p:sp>
      <p:pic>
        <p:nvPicPr>
          <p:cNvPr id="3" name="Picture 2" descr="source_53_20260420_19203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source_53_20260420_192036_cumulative.png</a:t>
            </a:r>
          </a:p>
        </p:txBody>
      </p:sp>
      <p:pic>
        <p:nvPicPr>
          <p:cNvPr id="3" name="Picture 2" descr="source_53_20260420_19203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source_53_20260420_192036_top.png</a:t>
            </a:r>
          </a:p>
        </p:txBody>
      </p:sp>
      <p:pic>
        <p:nvPicPr>
          <p:cNvPr id="3" name="Picture 2" descr="source_53_20260420_19203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