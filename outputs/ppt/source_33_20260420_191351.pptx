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新华网-首页</a:t>
            </a:r>
          </a:p>
          <a:p>
            <a:r>
              <a:t>2026-04-20 19:13:51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**近期活跃度较低**：过去7天仅有一次数据更新（4月20日），整体内容变动频率偏低，系统或用户活跃度有待提升。  </a:t>
            </a:r>
          </a:p>
          <a:p>
            <a:r>
              <a:t>2. **热点内容集中**：近30天最受关注的记录为“习近平同沙特王储兼首相穆罕默德通电话”，但互动量仅1次，可能反映内容传播范围有限或用户参与度不足。  </a:t>
            </a:r>
          </a:p>
          <a:p>
            <a:r>
              <a:t>3. **整体数据规模较小**：总变更次数为1，表明当前数据积累较少，可能处于初期阶段或需进一步推动内容更新与用户互动。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source_33_20260420_191351_trend.png</a:t>
            </a:r>
          </a:p>
        </p:txBody>
      </p:sp>
      <p:pic>
        <p:nvPicPr>
          <p:cNvPr id="3" name="Picture 2" descr="source_33_20260420_19135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source_33_20260420_191351_cumulative.png</a:t>
            </a:r>
          </a:p>
        </p:txBody>
      </p:sp>
      <p:pic>
        <p:nvPicPr>
          <p:cNvPr id="3" name="Picture 2" descr="source_33_20260420_19135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source_33_20260420_191351_top.png</a:t>
            </a:r>
          </a:p>
        </p:txBody>
      </p:sp>
      <p:pic>
        <p:nvPicPr>
          <p:cNvPr id="3" name="Picture 2" descr="source_33_20260420_19135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