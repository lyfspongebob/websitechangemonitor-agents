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上海证券报</a:t>
            </a:r>
          </a:p>
          <a:p>
            <a:r>
              <a:t>2026-04-20 19:36:26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**近期活跃度较低**：过去7天仅记录到1次数据更新（4月20日），显示近期内容变动频率明显放缓。  </a:t>
            </a:r>
          </a:p>
          <a:p>
            <a:r>
              <a:t>2. **热点内容集中**：近30天最受关注的记录为“锂市重磅！千亿市值巨头：已拿到批文”，累计被查看3次，反映用户对锂电行业重大动态关注度高。  </a:t>
            </a:r>
          </a:p>
          <a:p>
            <a:r>
              <a:t>3. **整体更新量有限**：总变更次数仅为3次，说明数据源更新规模较小，可能处于信息沉淀或观察期。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source_45_20260420_193625_trend.png</a:t>
            </a:r>
          </a:p>
        </p:txBody>
      </p:sp>
      <p:pic>
        <p:nvPicPr>
          <p:cNvPr id="3" name="Picture 2" descr="source_45_20260420_19362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source_45_20260420_193625_cumulative.png</a:t>
            </a:r>
          </a:p>
        </p:txBody>
      </p:sp>
      <p:pic>
        <p:nvPicPr>
          <p:cNvPr id="3" name="Picture 2" descr="source_45_20260420_19362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source_45_20260420_193625_top.png</a:t>
            </a:r>
          </a:p>
        </p:txBody>
      </p:sp>
      <p:pic>
        <p:nvPicPr>
          <p:cNvPr id="3" name="Picture 2" descr="source_45_20260420_19362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