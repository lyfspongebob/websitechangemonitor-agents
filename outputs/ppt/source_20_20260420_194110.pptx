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19:41:10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**近期更新活跃度较低**：过去7天内仅有一次更新（5次变更），集中在4月20日，整体内容更新频率有待提升。</a:t>
            </a:r>
          </a:p>
          <a:p/>
          <a:p>
            <a:r>
              <a:t>2. **用户关注点集中于体育资讯**：近30天最热门的记录均为体育相关内容，其中“热门比赛与体育资讯”以2次查询居首，反映用户对实时赛事和资讯的需求突出。</a:t>
            </a:r>
          </a:p>
          <a:p/>
          <a:p>
            <a:r>
              <a:t>3. **内容覆盖范围较窄**：总变更量仅为5次，且热门记录类型重复度高（如“腾讯体育网页内容”相关主题多次出现），建议拓展更多元的内容主题以提升吸引力。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source_20_20260420_194110_trend.png</a:t>
            </a:r>
          </a:p>
        </p:txBody>
      </p:sp>
      <p:pic>
        <p:nvPicPr>
          <p:cNvPr id="3" name="Picture 2" descr="source_20_20260420_19411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source_20_20260420_194110_cumulative.png</a:t>
            </a:r>
          </a:p>
        </p:txBody>
      </p:sp>
      <p:pic>
        <p:nvPicPr>
          <p:cNvPr id="3" name="Picture 2" descr="source_20_20260420_19411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source_20_20260420_194110_top.png</a:t>
            </a:r>
          </a:p>
        </p:txBody>
      </p:sp>
      <p:pic>
        <p:nvPicPr>
          <p:cNvPr id="3" name="Picture 2" descr="source_20_20260420_19411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