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新浪新闻-科技</a:t>
            </a:r>
          </a:p>
          <a:p>
            <a:r>
              <a:t>2026-04-20 19:03:59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**近期活跃度较低**：过去7天仅记录到1次数据变更，表明近期系统或业务活动较为平缓，可能需要关注潜在的业务停滞或数据更新延迟问题。</a:t>
            </a:r>
          </a:p>
          <a:p/>
          <a:p>
            <a:r>
              <a:t>2. **未知记录占主导**：最近30天内的主要变更记录（top_records_last_30_days）中，关键词为“unknown”，占比100%，建议检查数据分类或标签系统的完整性，避免关键信息缺失。</a:t>
            </a:r>
          </a:p>
          <a:p/>
          <a:p>
            <a:r>
              <a:t>3. **整体变更量极小**：总变更次数（total_changes）仅为1次，结合近期数据，说明系统当前处于低活跃状态，需确认是否为正常业务周期或存在数据采集异常。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source_9_20260420_190359_trend.png</a:t>
            </a:r>
          </a:p>
        </p:txBody>
      </p:sp>
      <p:pic>
        <p:nvPicPr>
          <p:cNvPr id="3" name="Picture 2" descr="source_9_20260420_19035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source_9_20260420_190359_cumulative.png</a:t>
            </a:r>
          </a:p>
        </p:txBody>
      </p:sp>
      <p:pic>
        <p:nvPicPr>
          <p:cNvPr id="3" name="Picture 2" descr="source_9_20260420_19035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source_9_20260420_190359_top.png</a:t>
            </a:r>
          </a:p>
        </p:txBody>
      </p:sp>
      <p:pic>
        <p:nvPicPr>
          <p:cNvPr id="3" name="Picture 2" descr="source_9_20260420_19035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