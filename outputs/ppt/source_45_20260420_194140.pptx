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上海证券报</a:t>
            </a:r>
          </a:p>
          <a:p>
            <a:r>
              <a:t>2026-04-20 19:41:40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**近期活跃度较低**：过去7天仅记录到1次数据更新（4月20日），整体变动频率较为平缓。  </a:t>
            </a:r>
          </a:p>
          <a:p>
            <a:r>
              <a:t>2. **内容集中度高**：近30天最受关注的记录为“锂市重磅！千亿市值巨头：已拿到批文”，累计被查看4次，显示用户对锂电行业动态关注集中。  </a:t>
            </a:r>
          </a:p>
          <a:p>
            <a:r>
              <a:t>3. **整体变动有限**：总变更次数为4次，说明数据更新规模较小，可能处于信息稳定期或初始阶段。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source_45_20260420_194139_trend.png</a:t>
            </a:r>
          </a:p>
        </p:txBody>
      </p:sp>
      <p:pic>
        <p:nvPicPr>
          <p:cNvPr id="3" name="Picture 2" descr="source_45_20260420_194139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source_45_20260420_194139_cumulative.png</a:t>
            </a:r>
          </a:p>
        </p:txBody>
      </p:sp>
      <p:pic>
        <p:nvPicPr>
          <p:cNvPr id="3" name="Picture 2" descr="source_45_20260420_194139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source_45_20260420_194139_top.png</a:t>
            </a:r>
          </a:p>
        </p:txBody>
      </p:sp>
      <p:pic>
        <p:nvPicPr>
          <p:cNvPr id="3" name="Picture 2" descr="source_45_20260420_194139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