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上海证券报</a:t>
            </a:r>
          </a:p>
          <a:p>
            <a:r>
              <a:t>2026-04-20 19:18:41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**近期活跃度较低**：过去7天仅记录到1次数据变更，表明近期系统或内容更新频率处于较低水平。</a:t>
            </a:r>
          </a:p>
          <a:p/>
          <a:p>
            <a:r>
              <a:t>2. **用户关注点集中**：近30天最受关注的记录为“锂市重磅！千亿市值巨头：已拿到批文”，且仅此一条内容被记录，说明当前用户注意力高度聚焦于单一热点话题。</a:t>
            </a:r>
          </a:p>
          <a:p/>
          <a:p>
            <a:r>
              <a:t>3. **整体变动较少**：总变更次数仅为1次，反映出数据整体处于非常稳定的状态，近期无显著波动或新增内容。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source_45_20260420_191841_trend.png</a:t>
            </a:r>
          </a:p>
        </p:txBody>
      </p:sp>
      <p:pic>
        <p:nvPicPr>
          <p:cNvPr id="3" name="Picture 2" descr="source_45_20260420_19184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source_45_20260420_191841_cumulative.png</a:t>
            </a:r>
          </a:p>
        </p:txBody>
      </p:sp>
      <p:pic>
        <p:nvPicPr>
          <p:cNvPr id="3" name="Picture 2" descr="source_45_20260420_19184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source_45_20260420_191841_top.png</a:t>
            </a:r>
          </a:p>
        </p:txBody>
      </p:sp>
      <p:pic>
        <p:nvPicPr>
          <p:cNvPr id="3" name="Picture 2" descr="source_45_20260420_19184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