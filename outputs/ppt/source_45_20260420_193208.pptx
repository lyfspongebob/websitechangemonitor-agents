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上海证券报</a:t>
            </a:r>
          </a:p>
          <a:p>
            <a:r>
              <a:t>2026-04-20 19:32:08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**近期活跃度较低**：过去7天仅记录到1次数据更新（4月20日），整体内容变动频率偏低，可能处于信息平稳期。</a:t>
            </a:r>
          </a:p>
          <a:p/>
          <a:p>
            <a:r>
              <a:t>2. **热点内容集中**：近30天最受关注的记录为“锂市重磅！千亿市值巨头：已拿到批文”，但互动量（2次）有限，说明用户参与度或内容传播范围较窄。</a:t>
            </a:r>
          </a:p>
          <a:p/>
          <a:p>
            <a:r>
              <a:t>3. **整体变动有限**：总变更次数仅为2次，表明数据更新规模较小，系统或内容库当前处于低活跃状态。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source_45_20260420_193208_trend.png</a:t>
            </a:r>
          </a:p>
        </p:txBody>
      </p:sp>
      <p:pic>
        <p:nvPicPr>
          <p:cNvPr id="3" name="Picture 2" descr="source_45_20260420_19320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source_45_20260420_193208_cumulative.png</a:t>
            </a:r>
          </a:p>
        </p:txBody>
      </p:sp>
      <p:pic>
        <p:nvPicPr>
          <p:cNvPr id="3" name="Picture 2" descr="source_45_20260420_19320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source_45_20260420_193208_top.png</a:t>
            </a:r>
          </a:p>
        </p:txBody>
      </p:sp>
      <p:pic>
        <p:nvPicPr>
          <p:cNvPr id="3" name="Picture 2" descr="source_45_20260420_19320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