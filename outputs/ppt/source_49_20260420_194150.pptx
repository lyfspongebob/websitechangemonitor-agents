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新浪财经-7x24</a:t>
            </a:r>
          </a:p>
          <a:p>
            <a:r>
              <a:t>2026-04-20 19:41:50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**近期活跃度较低**：过去7天仅记录到1次数据更新（4月20日），显示近期系统或内容变动频率明显放缓。  </a:t>
            </a:r>
          </a:p>
          <a:p>
            <a:r>
              <a:t>2. **热点内容分散**：近30天最受关注的记录分布较散，涉及国际政治（德国与乌克兰）、国内政务（国务院学习）及未知主题，未形成集中趋势。  </a:t>
            </a:r>
          </a:p>
          <a:p>
            <a:r>
              <a:t>3. **整体变动有限**：总变更次数仅为3次，说明当前阶段数据更新规模较小，可能处于平稳或低活跃周期。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source_49_20260420_194150_trend.png</a:t>
            </a:r>
          </a:p>
        </p:txBody>
      </p:sp>
      <p:pic>
        <p:nvPicPr>
          <p:cNvPr id="3" name="Picture 2" descr="source_49_20260420_19415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source_49_20260420_194150_cumulative.png</a:t>
            </a:r>
          </a:p>
        </p:txBody>
      </p:sp>
      <p:pic>
        <p:nvPicPr>
          <p:cNvPr id="3" name="Picture 2" descr="source_49_20260420_19415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source_49_20260420_194150_top.png</a:t>
            </a:r>
          </a:p>
        </p:txBody>
      </p:sp>
      <p:pic>
        <p:nvPicPr>
          <p:cNvPr id="3" name="Picture 2" descr="source_49_20260420_19415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