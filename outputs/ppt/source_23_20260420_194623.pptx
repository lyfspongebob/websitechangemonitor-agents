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搜狐财经</a:t>
            </a:r>
          </a:p>
          <a:p>
            <a:r>
              <a:t>2026-04-20 19:46:23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**近期活跃度较低**：过去7天仅记录到1次数据变动（4月20日），整体更新频率偏低，可能处于内容稳定期或观察阶段。  </a:t>
            </a:r>
          </a:p>
          <a:p>
            <a:r>
              <a:t>2. **热点内容集中**：近30天最受关注的记录为《第一代网红奶茶奈雪，怎么悄悄亏麻了?》，累计3次互动，显示用户对商业案例类话题有较高兴趣。  </a:t>
            </a:r>
          </a:p>
          <a:p>
            <a:r>
              <a:t>3. **整体变动有限**：总变动次数为3次，说明数据维度较为稳定，未出现大幅波动或密集调整。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source_23_20260420_194623_trend.png</a:t>
            </a:r>
          </a:p>
        </p:txBody>
      </p:sp>
      <p:pic>
        <p:nvPicPr>
          <p:cNvPr id="3" name="Picture 2" descr="source_23_20260420_194623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source_23_20260420_194623_cumulative.png</a:t>
            </a:r>
          </a:p>
        </p:txBody>
      </p:sp>
      <p:pic>
        <p:nvPicPr>
          <p:cNvPr id="3" name="Picture 2" descr="source_23_20260420_194623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source_23_20260420_194623_top.png</a:t>
            </a:r>
          </a:p>
        </p:txBody>
      </p:sp>
      <p:pic>
        <p:nvPicPr>
          <p:cNvPr id="3" name="Picture 2" descr="source_23_20260420_194623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