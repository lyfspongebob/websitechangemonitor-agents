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新浪新闻-体育</a:t>
            </a:r>
          </a:p>
          <a:p>
            <a:r>
              <a:t>2026-04-20 19:04:13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**近期活动显著减少**：过去7天仅记录到1次数据变更，表明近期系统或用户活跃度处于较低水平。</a:t>
            </a:r>
          </a:p>
          <a:p/>
          <a:p>
            <a:r>
              <a:t>2. **关键记录来源不明**：最近30天最主要的记录（top_records_last_30_days）标签为“unknown”，建议核查数据来源或分类逻辑，确保关键行为可追踪。</a:t>
            </a:r>
          </a:p>
          <a:p/>
          <a:p>
            <a:r>
              <a:t>3. **整体变动量极低**：总变更次数（total_changes）仅为1次，说明系统处于初始或静默状态，可能需要推动数据录入或业务活动。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source_10_20260420_190413_trend.png</a:t>
            </a:r>
          </a:p>
        </p:txBody>
      </p:sp>
      <p:pic>
        <p:nvPicPr>
          <p:cNvPr id="3" name="Picture 2" descr="source_10_20260420_190413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source_10_20260420_190413_cumulative.png</a:t>
            </a:r>
          </a:p>
        </p:txBody>
      </p:sp>
      <p:pic>
        <p:nvPicPr>
          <p:cNvPr id="3" name="Picture 2" descr="source_10_20260420_190413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source_10_20260420_190413_top.png</a:t>
            </a:r>
          </a:p>
        </p:txBody>
      </p:sp>
      <p:pic>
        <p:nvPicPr>
          <p:cNvPr id="3" name="Picture 2" descr="source_10_20260420_190413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