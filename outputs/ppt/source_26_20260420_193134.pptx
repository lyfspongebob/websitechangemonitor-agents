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19:31:34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**近期活跃度较低**：过去7天仅记录到1次数据更新（4月20日），整体更新频率较为平缓，系统或内容近期变动较少。  </a:t>
            </a:r>
          </a:p>
          <a:p>
            <a:r>
              <a:t>2. **热点内容集中**：近30天内最受关注的记录为“习近平同沙特王储兼首相穆罕默德通电话”，共被修改或访问3次，显示该主题是近期主要焦点。  </a:t>
            </a:r>
          </a:p>
          <a:p>
            <a:r>
              <a:t>3. **整体变动有限**：总变更次数为3次，说明数据长期处于稳定状态，无频繁调整或大规模更新需求。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source_26_20260420_193133_trend.png</a:t>
            </a:r>
          </a:p>
        </p:txBody>
      </p:sp>
      <p:pic>
        <p:nvPicPr>
          <p:cNvPr id="3" name="Picture 2" descr="source_26_20260420_19313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source_26_20260420_193133_cumulative.png</a:t>
            </a:r>
          </a:p>
        </p:txBody>
      </p:sp>
      <p:pic>
        <p:nvPicPr>
          <p:cNvPr id="3" name="Picture 2" descr="source_26_20260420_19313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source_26_20260420_193133_top.png</a:t>
            </a:r>
          </a:p>
        </p:txBody>
      </p:sp>
      <p:pic>
        <p:nvPicPr>
          <p:cNvPr id="3" name="Picture 2" descr="source_26_20260420_19313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