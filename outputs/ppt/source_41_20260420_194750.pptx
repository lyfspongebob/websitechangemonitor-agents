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东方财富-首页</a:t>
            </a:r>
          </a:p>
          <a:p>
            <a:r>
              <a:t>2026-04-20 19:47:50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**近期活跃度较低**：过去7天内仅有一次数据变更（5次修改），整体变动频率不高，可能处于业务平稳期或维护阶段。</a:t>
            </a:r>
          </a:p>
          <a:p/>
          <a:p>
            <a:r>
              <a:t>2. **用户关注点集中**：近30天最常访问的记录为“东方财富移动客户端及产品介绍”（3次），说明该内容近期受到重点关注，可能与产品推广或用户需求相关。</a:t>
            </a:r>
          </a:p>
          <a:p/>
          <a:p>
            <a:r>
              <a:t>3. **数据总量有限**：总变更次数为5次，整体数据规模较小，建议结合更长时间维度或更多指标进行深入分析。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source_41_20260420_194749_trend.png</a:t>
            </a:r>
          </a:p>
        </p:txBody>
      </p:sp>
      <p:pic>
        <p:nvPicPr>
          <p:cNvPr id="3" name="Picture 2" descr="source_41_20260420_194749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source_41_20260420_194749_cumulative.png</a:t>
            </a:r>
          </a:p>
        </p:txBody>
      </p:sp>
      <p:pic>
        <p:nvPicPr>
          <p:cNvPr id="3" name="Picture 2" descr="source_41_20260420_194749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source_41_20260420_194749_top.png</a:t>
            </a:r>
          </a:p>
        </p:txBody>
      </p:sp>
      <p:pic>
        <p:nvPicPr>
          <p:cNvPr id="3" name="Picture 2" descr="source_41_20260420_194749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