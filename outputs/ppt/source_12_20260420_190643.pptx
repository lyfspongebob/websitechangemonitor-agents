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网易新闻-国内</a:t>
            </a:r>
          </a:p>
          <a:p>
            <a:r>
              <a:t>2026-04-20 19:06:43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**近期活跃度较低**：过去7天仅有一次数据变更（2026年4月20日），整体更新频率较低，可能处于业务平稳期或维护阶段。</a:t>
            </a:r>
          </a:p>
          <a:p/>
          <a:p>
            <a:r>
              <a:t>2. **内容集中度高**：近30天最常访问的记录为“网易新闻首页”，且仅此一条记录有访问数据，说明用户或系统关注点较为单一。</a:t>
            </a:r>
          </a:p>
          <a:p/>
          <a:p>
            <a:r>
              <a:t>3. **整体变动有限**：总变更次数仅为1次，结合近期数据，表明该指标涉及的业务或系统当前变动较少，处于低活跃状态。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source_12_20260420_190643_trend.png</a:t>
            </a:r>
          </a:p>
        </p:txBody>
      </p:sp>
      <p:pic>
        <p:nvPicPr>
          <p:cNvPr id="3" name="Picture 2" descr="source_12_20260420_190643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source_12_20260420_190643_cumulative.png</a:t>
            </a:r>
          </a:p>
        </p:txBody>
      </p:sp>
      <p:pic>
        <p:nvPicPr>
          <p:cNvPr id="3" name="Picture 2" descr="source_12_20260420_190643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source_12_20260420_190643_top.png</a:t>
            </a:r>
          </a:p>
        </p:txBody>
      </p:sp>
      <p:pic>
        <p:nvPicPr>
          <p:cNvPr id="3" name="Picture 2" descr="source_12_20260420_190643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