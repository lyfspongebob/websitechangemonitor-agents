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网易财经</a:t>
            </a:r>
          </a:p>
          <a:p>
            <a:r>
              <a:t>2026-04-20 19:35:57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**近期活跃度较低**：过去7天内仅有一次数据更新（4月20日），整体变动频率不高，可能处于业务平稳期或监测窗口较静默。  </a:t>
            </a:r>
          </a:p>
          <a:p>
            <a:r>
              <a:t>2. **热点内容集中**：近30天最受关注的记录为“利润暴跌7成，字节到底在做什么”，累计出现4次，反映出用户对头部企业业绩波动话题敏感度高。  </a:t>
            </a:r>
          </a:p>
          <a:p>
            <a:r>
              <a:t>3. **整体变动有限**：总变更次数为4次，说明数据更新规模较小，可能需结合更长周期观察趋势变化。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source_14_20260420_193557_trend.png</a:t>
            </a:r>
          </a:p>
        </p:txBody>
      </p:sp>
      <p:pic>
        <p:nvPicPr>
          <p:cNvPr id="3" name="Picture 2" descr="source_14_20260420_19355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source_14_20260420_193557_cumulative.png</a:t>
            </a:r>
          </a:p>
        </p:txBody>
      </p:sp>
      <p:pic>
        <p:nvPicPr>
          <p:cNvPr id="3" name="Picture 2" descr="source_14_20260420_19355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source_14_20260420_193557_top.png</a:t>
            </a:r>
          </a:p>
        </p:txBody>
      </p:sp>
      <p:pic>
        <p:nvPicPr>
          <p:cNvPr id="3" name="Picture 2" descr="source_14_20260420_19355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