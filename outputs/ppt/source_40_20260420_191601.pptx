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网站变更监控自动报告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国家预警信息发布中心</a:t>
            </a:r>
          </a:p>
          <a:p>
            <a:r>
              <a:t>2026-04-20 19:16:01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根据提供的数据指标，以下是3条简短的洞察：</a:t>
            </a:r>
          </a:p>
          <a:p/>
          <a:p>
            <a:r>
              <a:t>1. **近期活动极低**：过去7天内仅发生1次变更，表明近期系统或业务调整处于静默期，活跃度显著偏低。</a:t>
            </a:r>
          </a:p>
          <a:p/>
          <a:p>
            <a:r>
              <a:t>2. **热点问题集中**：近30天内的主要记录为“系统升级中”，且仅出现1次，说明当前用户反馈或系统日志中的焦点非常单一，可能处于升级维护阶段。</a:t>
            </a:r>
          </a:p>
          <a:p/>
          <a:p>
            <a:r>
              <a:t>3. **整体变动量极小**：总变更次数仅为1次，反映出该数据周期内整体变动极少，系统或业务状态保持高度稳定。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source_40_20260420_191600_trend.png</a:t>
            </a:r>
          </a:p>
        </p:txBody>
      </p:sp>
      <p:pic>
        <p:nvPicPr>
          <p:cNvPr id="3" name="Picture 2" descr="source_40_20260420_191600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source_40_20260420_191600_cumulative.png</a:t>
            </a:r>
          </a:p>
        </p:txBody>
      </p:sp>
      <p:pic>
        <p:nvPicPr>
          <p:cNvPr id="3" name="Picture 2" descr="source_40_20260420_191600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source_40_20260420_191600_top.png</a:t>
            </a:r>
          </a:p>
        </p:txBody>
      </p:sp>
      <p:pic>
        <p:nvPicPr>
          <p:cNvPr id="3" name="Picture 2" descr="source_40_20260420_191600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