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人民网-首页</a:t>
            </a:r>
          </a:p>
          <a:p>
            <a:r>
              <a:t>2026-04-20 19:41:22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**近期活动集中**：过去7天仅在4月20日有3次变更，说明近期数据更新较为集中，而非持续分散进行。  </a:t>
            </a:r>
          </a:p>
          <a:p>
            <a:r>
              <a:t>2. **未知记录占主导**：最近30天最频繁的变更记录（3次）均标记为“unknown”，建议核查数据来源或分类规则，以提高可追溯性。  </a:t>
            </a:r>
          </a:p>
          <a:p>
            <a:r>
              <a:t>3. **整体变动量低**：总变更次数仅为3次，表明系统或业务处于低活跃状态，可能需关注数据更新频率是否满足需求。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source_31_20260420_194121_trend.png</a:t>
            </a:r>
          </a:p>
        </p:txBody>
      </p:sp>
      <p:pic>
        <p:nvPicPr>
          <p:cNvPr id="3" name="Picture 2" descr="source_31_20260420_19412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source_31_20260420_194121_cumulative.png</a:t>
            </a:r>
          </a:p>
        </p:txBody>
      </p:sp>
      <p:pic>
        <p:nvPicPr>
          <p:cNvPr id="3" name="Picture 2" descr="source_31_20260420_194121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source_31_20260420_194121_top.png</a:t>
            </a:r>
          </a:p>
        </p:txBody>
      </p:sp>
      <p:pic>
        <p:nvPicPr>
          <p:cNvPr id="3" name="Picture 2" descr="source_31_20260420_19412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