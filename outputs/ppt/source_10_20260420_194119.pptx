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新浪新闻-体育</a:t>
            </a:r>
          </a:p>
          <a:p>
            <a:r>
              <a:t>2026-04-20 19:41:19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**近期活跃度较低**：过去7天仅有一次数据更新（5条记录），表明近期内容变动频率不高，整体活跃度处于较低水平。</a:t>
            </a:r>
          </a:p>
          <a:p/>
          <a:p>
            <a:r>
              <a:t>2. **未知来源占主导**：近30天最常更新的记录中，“unknown”类别以4次更新位居首位，占比高达80%，说明数据来源存在较多未明确标注的情况，可能影响数据追踪的准确性。</a:t>
            </a:r>
          </a:p>
          <a:p/>
          <a:p>
            <a:r>
              <a:t>3. **内容分布高度集中**：总更新量仅为5条，且主要集中在单一类别（“unknown”），内容多样性有限，整体数据规模较小，建议拓展覆盖范围以提升丰富度。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source_10_20260420_194119_trend.png</a:t>
            </a:r>
          </a:p>
        </p:txBody>
      </p:sp>
      <p:pic>
        <p:nvPicPr>
          <p:cNvPr id="3" name="Picture 2" descr="source_10_20260420_194119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source_10_20260420_194119_cumulative.png</a:t>
            </a:r>
          </a:p>
        </p:txBody>
      </p:sp>
      <p:pic>
        <p:nvPicPr>
          <p:cNvPr id="3" name="Picture 2" descr="source_10_20260420_194119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source_10_20260420_194119_top.png</a:t>
            </a:r>
          </a:p>
        </p:txBody>
      </p:sp>
      <p:pic>
        <p:nvPicPr>
          <p:cNvPr id="3" name="Picture 2" descr="source_10_20260420_194119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