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网易财经</a:t>
            </a:r>
          </a:p>
          <a:p>
            <a:r>
              <a:t>2026-04-20 19:55:53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**近期活跃度集中**：过去7天仅4月20日有数据更新，当日变动8次，显示近期编辑活动较为集中，可能受特定事件驱动。  </a:t>
            </a:r>
          </a:p>
          <a:p>
            <a:r>
              <a:t>2. **热点内容突出**：近30天最受关注的记录为“利润暴跌7成，字节到底在做什么”，累计变动8次，反映该话题持续引发用户编辑与讨论。  </a:t>
            </a:r>
          </a:p>
          <a:p>
            <a:r>
              <a:t>3. **整体变动量有限**：总变动次数为8次，与近期单日变动量持平，说明整体数据更新频率较低，内容迭代相对平缓。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source_14_20260420_195553_trend.png</a:t>
            </a:r>
          </a:p>
        </p:txBody>
      </p:sp>
      <p:pic>
        <p:nvPicPr>
          <p:cNvPr id="3" name="Picture 2" descr="source_14_20260420_19555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source_14_20260420_195553_cumulative.png</a:t>
            </a:r>
          </a:p>
        </p:txBody>
      </p:sp>
      <p:pic>
        <p:nvPicPr>
          <p:cNvPr id="3" name="Picture 2" descr="source_14_20260420_19555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source_14_20260420_195553_top.png</a:t>
            </a:r>
          </a:p>
        </p:txBody>
      </p:sp>
      <p:pic>
        <p:nvPicPr>
          <p:cNvPr id="3" name="Picture 2" descr="source_14_20260420_19555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