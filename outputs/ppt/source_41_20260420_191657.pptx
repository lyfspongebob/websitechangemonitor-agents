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东方财富-首页</a:t>
            </a:r>
          </a:p>
          <a:p>
            <a:r>
              <a:t>2026-04-20 19:16:57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根据提供的数据指标，以下是3条简短洞察：</a:t>
            </a:r>
          </a:p>
          <a:p/>
          <a:p>
            <a:r>
              <a:t>1. **近期活跃度较低**：过去7天内仅发生1次数据变更，表明近期系统或业务活动较为平缓，可能需要关注潜在的业务停滞风险。</a:t>
            </a:r>
          </a:p>
          <a:p/>
          <a:p>
            <a:r>
              <a:t>2. **用户行为特征不明显**：近30天内的主要记录关键词为“unknown”，说明用户行为或数据标签缺乏明确分类，建议完善数据埋点或标签体系以提高分析准确性。</a:t>
            </a:r>
          </a:p>
          <a:p/>
          <a:p>
            <a:r>
              <a:t>3. **整体变更量极少**：总变更次数仅为1次，反映出系统或业务处于初始或极低活跃状态，需结合业务目标评估当前数据更新频率是否正常。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source_41_20260420_191657_trend.png</a:t>
            </a:r>
          </a:p>
        </p:txBody>
      </p:sp>
      <p:pic>
        <p:nvPicPr>
          <p:cNvPr id="3" name="Picture 2" descr="source_41_20260420_191657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source_41_20260420_191657_cumulative.png</a:t>
            </a:r>
          </a:p>
        </p:txBody>
      </p:sp>
      <p:pic>
        <p:nvPicPr>
          <p:cNvPr id="3" name="Picture 2" descr="source_41_20260420_191657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source_41_20260420_191657_top.png</a:t>
            </a:r>
          </a:p>
        </p:txBody>
      </p:sp>
      <p:pic>
        <p:nvPicPr>
          <p:cNvPr id="3" name="Picture 2" descr="source_41_20260420_191657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