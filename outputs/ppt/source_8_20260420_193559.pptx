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新浪新闻-财经</a:t>
            </a:r>
          </a:p>
          <a:p>
            <a:r>
              <a:t>2026-04-20 19:35:59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**近期活跃度显著提升**：近7天新增4条数据变更，表明近期数据更新频率有所加快，需关注持续变化趋势。  </a:t>
            </a:r>
          </a:p>
          <a:p>
            <a:r>
              <a:t>2. **未知内容占比较高**：过去30天高频记录中，“unknown”标签出现3次，占比最高，建议核查数据来源或分类规则，确保信息准确性。  </a:t>
            </a:r>
          </a:p>
          <a:p>
            <a:r>
              <a:t>3. **头部信息集中度低**：30天内仅有一条具体新闻（万润股份）被重复记录，整体数据分布较为分散，可进一步挖掘潜在热点主题。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source_8_20260420_193559_trend.png</a:t>
            </a:r>
          </a:p>
        </p:txBody>
      </p:sp>
      <p:pic>
        <p:nvPicPr>
          <p:cNvPr id="3" name="Picture 2" descr="source_8_20260420_19355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source_8_20260420_193559_cumulative.png</a:t>
            </a:r>
          </a:p>
        </p:txBody>
      </p:sp>
      <p:pic>
        <p:nvPicPr>
          <p:cNvPr id="3" name="Picture 2" descr="source_8_20260420_19355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source_8_20260420_193559_top.png</a:t>
            </a:r>
          </a:p>
        </p:txBody>
      </p:sp>
      <p:pic>
        <p:nvPicPr>
          <p:cNvPr id="3" name="Picture 2" descr="source_8_20260420_19355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