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中国新闻网-首页</a:t>
            </a:r>
          </a:p>
          <a:p>
            <a:r>
              <a:t>2026-04-20 19:46:58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**近期活动集中**：过去7天内仅4月20日有4次变更，表明近期数据更新活动较为集中，其他时间相对平稳。</a:t>
            </a:r>
          </a:p>
          <a:p/>
          <a:p>
            <a:r>
              <a:t>2. **未知记录占主导**：近30天最频繁的变更记录（4次）的键值为“unknown”，提示可能存在数据标识缺失或分类不明确的情况，建议核查数据来源。</a:t>
            </a:r>
          </a:p>
          <a:p/>
          <a:p>
            <a:r>
              <a:t>3. **整体变更量较低**：总变更次数仅为4次，说明系统或业务处于低活跃状态，可能处于初始阶段或稳定维护期。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source_35_20260420_194658_trend.png</a:t>
            </a:r>
          </a:p>
        </p:txBody>
      </p:sp>
      <p:pic>
        <p:nvPicPr>
          <p:cNvPr id="3" name="Picture 2" descr="source_35_20260420_19465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source_35_20260420_194658_cumulative.png</a:t>
            </a:r>
          </a:p>
        </p:txBody>
      </p:sp>
      <p:pic>
        <p:nvPicPr>
          <p:cNvPr id="3" name="Picture 2" descr="source_35_20260420_19465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source_35_20260420_194658_top.png</a:t>
            </a:r>
          </a:p>
        </p:txBody>
      </p:sp>
      <p:pic>
        <p:nvPicPr>
          <p:cNvPr id="3" name="Picture 2" descr="source_35_20260420_19465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