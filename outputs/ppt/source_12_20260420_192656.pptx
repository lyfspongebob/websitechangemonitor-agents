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网易新闻-国内</a:t>
            </a:r>
          </a:p>
          <a:p>
            <a:r>
              <a:t>2026-04-20 19:26:56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**近期活跃度较低**：过去7天仅发生2次变更，整体更新频率不高，可能处于稳定期或维护阶段。  </a:t>
            </a:r>
          </a:p>
          <a:p>
            <a:r>
              <a:t>2. **内容集中度高**：近30天最常变更的记录为“网易新闻首页”和“网易新闻国内频道首页”，各1次，说明变更集中在核心页面。  </a:t>
            </a:r>
          </a:p>
          <a:p>
            <a:r>
              <a:t>3. **整体变更量有限**：历史累计变更总次数为2次，表明系统或内容变动较少，可能处于初期或低迭代状态。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source_12_20260420_192655_trend.png</a:t>
            </a:r>
          </a:p>
        </p:txBody>
      </p:sp>
      <p:pic>
        <p:nvPicPr>
          <p:cNvPr id="3" name="Picture 2" descr="source_12_20260420_1926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source_12_20260420_192655_cumulative.png</a:t>
            </a:r>
          </a:p>
        </p:txBody>
      </p:sp>
      <p:pic>
        <p:nvPicPr>
          <p:cNvPr id="3" name="Picture 2" descr="source_12_20260420_1926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source_12_20260420_192655_top.png</a:t>
            </a:r>
          </a:p>
        </p:txBody>
      </p:sp>
      <p:pic>
        <p:nvPicPr>
          <p:cNvPr id="3" name="Picture 2" descr="source_12_20260420_1926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