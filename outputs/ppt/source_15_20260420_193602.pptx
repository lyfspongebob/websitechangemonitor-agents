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网站变更监控自动报告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网易科技</a:t>
            </a:r>
          </a:p>
          <a:p>
            <a:r>
              <a:t>2026-04-20 19:36:02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分析结论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**近期变动集中**：过去7天内仅4月20日有4次数据更新，显示近期信息变动较为集中，可能受特定事件或发布周期影响。</a:t>
            </a:r>
          </a:p>
          <a:p/>
          <a:p>
            <a:r>
              <a:t>2. **热点主题突出**：近30天最受关注的记录为“华为Pura90定价策略”，提及4次，反映市场对旗舰机型定价动向高度敏感。</a:t>
            </a:r>
          </a:p>
          <a:p/>
          <a:p>
            <a:r>
              <a:t>3. **整体变动平缓**：总变动次数为4次，与近期活跃度一致，说明数据更新节奏稳定，未出现异常波动。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source_15_20260420_193601_trend.png</a:t>
            </a:r>
          </a:p>
        </p:txBody>
      </p:sp>
      <p:pic>
        <p:nvPicPr>
          <p:cNvPr id="3" name="Picture 2" descr="source_15_20260420_193601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source_15_20260420_193601_cumulative.png</a:t>
            </a:r>
          </a:p>
        </p:txBody>
      </p:sp>
      <p:pic>
        <p:nvPicPr>
          <p:cNvPr id="3" name="Picture 2" descr="source_15_20260420_193601_cumul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source_15_20260420_193601_top.png</a:t>
            </a:r>
          </a:p>
        </p:txBody>
      </p:sp>
      <p:pic>
        <p:nvPicPr>
          <p:cNvPr id="3" name="Picture 2" descr="source_15_20260420_193601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