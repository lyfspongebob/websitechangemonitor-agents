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新浪财经-7x24</a:t>
            </a:r>
          </a:p>
          <a:p>
            <a:r>
              <a:t>2026-04-20 19:37:40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**近期活跃度较低**：过去7天仅记录到2次数据变更，整体更新频率不高，可能处于信息稳定期或监测窗口较静默。</a:t>
            </a:r>
          </a:p>
          <a:p/>
          <a:p>
            <a:r>
              <a:t>2. **热点内容集中**：近30天最受关注的记录为“德国推动乌克兰关联成员资格”相关消息，但仅被记录1次，说明热点较为单一，未出现多话题并发的趋势。</a:t>
            </a:r>
          </a:p>
          <a:p/>
          <a:p>
            <a:r>
              <a:t>3. **数据总量有限**：总变更次数仅为2次，整体数据规模较小，可能需扩展监测范围或延长观察周期以获取更有代表性的分析结论。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source_49_20260420_193740_trend.png</a:t>
            </a:r>
          </a:p>
        </p:txBody>
      </p:sp>
      <p:pic>
        <p:nvPicPr>
          <p:cNvPr id="3" name="Picture 2" descr="source_49_20260420_19374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source_49_20260420_193740_cumulative.png</a:t>
            </a:r>
          </a:p>
        </p:txBody>
      </p:sp>
      <p:pic>
        <p:nvPicPr>
          <p:cNvPr id="3" name="Picture 2" descr="source_49_20260420_19374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source_49_20260420_193740_top.png</a:t>
            </a:r>
          </a:p>
        </p:txBody>
      </p:sp>
      <p:pic>
        <p:nvPicPr>
          <p:cNvPr id="3" name="Picture 2" descr="source_49_20260420_19374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