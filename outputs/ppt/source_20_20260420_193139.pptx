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19:31:39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**近期活跃度较低**：过去7天仅在4月20日有3次内容更新，整体更新频率偏低，建议关注内容维护节奏。  </a:t>
            </a:r>
          </a:p>
          <a:p>
            <a:r>
              <a:t>2. **热门内容集中**：近30天最常修改的记录均与“腾讯体育”相关，说明当前内容优化重点可能围绕体育资讯展开。  </a:t>
            </a:r>
          </a:p>
          <a:p>
            <a:r>
              <a:t>3. **整体变动有限**：总修改次数仅为3次，表明近期内容变动幅度较小，或处于稳定维护阶段。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source_20_20260420_193138_trend.png</a:t>
            </a:r>
          </a:p>
        </p:txBody>
      </p:sp>
      <p:pic>
        <p:nvPicPr>
          <p:cNvPr id="3" name="Picture 2" descr="source_20_20260420_19313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source_20_20260420_193138_cumulative.png</a:t>
            </a:r>
          </a:p>
        </p:txBody>
      </p:sp>
      <p:pic>
        <p:nvPicPr>
          <p:cNvPr id="3" name="Picture 2" descr="source_20_20260420_19313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source_20_20260420_193138_top.png</a:t>
            </a:r>
          </a:p>
        </p:txBody>
      </p:sp>
      <p:pic>
        <p:nvPicPr>
          <p:cNvPr id="3" name="Picture 2" descr="source_20_20260420_19313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