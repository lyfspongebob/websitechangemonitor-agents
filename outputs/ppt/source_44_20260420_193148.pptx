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证券时报网</a:t>
            </a:r>
          </a:p>
          <a:p>
            <a:r>
              <a:t>2026-04-20 19:31:48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**近期活跃度较低**：过去7天仅记录到2次数据变动，整体更新频率较为平缓，可能处于信息稳定期或监测间歇阶段。</a:t>
            </a:r>
          </a:p>
          <a:p/>
          <a:p>
            <a:r>
              <a:t>2. **热点内容集中**：近30天最受关注的记录为上海产业互联网平台政策相关消息，累计出现2次，显示该话题是近期主要焦点。</a:t>
            </a:r>
          </a:p>
          <a:p/>
          <a:p>
            <a:r>
              <a:t>3. **整体变动有限**：总变动次数仅为2次，说明监测范围内的事件或数据更新量级较小，可进一步关注长期趋势变化。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source_44_20260420_193148_trend.png</a:t>
            </a:r>
          </a:p>
        </p:txBody>
      </p:sp>
      <p:pic>
        <p:nvPicPr>
          <p:cNvPr id="3" name="Picture 2" descr="source_44_20260420_19314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source_44_20260420_193148_cumulative.png</a:t>
            </a:r>
          </a:p>
        </p:txBody>
      </p:sp>
      <p:pic>
        <p:nvPicPr>
          <p:cNvPr id="3" name="Picture 2" descr="source_44_20260420_193148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source_44_20260420_193148_top.png</a:t>
            </a:r>
          </a:p>
        </p:txBody>
      </p:sp>
      <p:pic>
        <p:nvPicPr>
          <p:cNvPr id="3" name="Picture 2" descr="source_44_20260420_19314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