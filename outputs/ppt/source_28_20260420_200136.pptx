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界面新闻-首页</a:t>
            </a:r>
          </a:p>
          <a:p>
            <a:r>
              <a:t>2026-04-20 20:01:36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**近期活跃度显著提升**：过去7天内（截至2026年4月20日）共记录7次内容变动，与历史累计总变动次数（7次）持平，说明近期内容更新或维护活动较为集中。</a:t>
            </a:r>
          </a:p>
          <a:p/>
          <a:p>
            <a:r>
              <a:t>2. **热点内容集中度高**：近30天最受关注的记录中，“美国对华锂电材料‘双反’调查”相关话题以5次访问量位居第一，远超其他内容，反映出用户对经贸摩擦类议题关注度突出。</a:t>
            </a:r>
          </a:p>
          <a:p/>
          <a:p>
            <a:r>
              <a:t>3. **内容多样性有待丰富**：当前累计总变动仅7次，且热门记录数量有限，建议持续扩充内容类型与更新频率，以提升整体活跃度与用户覆盖范围。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source_28_20260420_200136_trend.png</a:t>
            </a:r>
          </a:p>
        </p:txBody>
      </p:sp>
      <p:pic>
        <p:nvPicPr>
          <p:cNvPr id="3" name="Picture 2" descr="source_28_20260420_20013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source_28_20260420_200136_cumulative.png</a:t>
            </a:r>
          </a:p>
        </p:txBody>
      </p:sp>
      <p:pic>
        <p:nvPicPr>
          <p:cNvPr id="3" name="Picture 2" descr="source_28_20260420_20013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source_28_20260420_200136_top.png</a:t>
            </a:r>
          </a:p>
        </p:txBody>
      </p:sp>
      <p:pic>
        <p:nvPicPr>
          <p:cNvPr id="3" name="Picture 2" descr="source_28_20260420_20013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