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央视网新闻</a:t>
            </a:r>
          </a:p>
          <a:p>
            <a:r>
              <a:t>2026-04-20 19:14:24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**近期活跃度较低**：过去7天仅有一次数据变更（4月20日），表明近期业务活动或系统更新频率较低。  </a:t>
            </a:r>
          </a:p>
          <a:p>
            <a:r>
              <a:t>2. **关键记录不明确**：近30天最高频记录的关键词为“unknown”，可能需检查数据标签或采集流程的完整性。  </a:t>
            </a:r>
          </a:p>
          <a:p>
            <a:r>
              <a:t>3. **整体变动有限**：总变更次数仅为1次，说明当前数据处于相对稳定状态，变动需求或触发条件较少。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source_34_20260420_191424_trend.png</a:t>
            </a:r>
          </a:p>
        </p:txBody>
      </p:sp>
      <p:pic>
        <p:nvPicPr>
          <p:cNvPr id="3" name="Picture 2" descr="source_34_20260420_19142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source_34_20260420_191424_cumulative.png</a:t>
            </a:r>
          </a:p>
        </p:txBody>
      </p:sp>
      <p:pic>
        <p:nvPicPr>
          <p:cNvPr id="3" name="Picture 2" descr="source_34_20260420_19142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source_34_20260420_191424_top.png</a:t>
            </a:r>
          </a:p>
        </p:txBody>
      </p:sp>
      <p:pic>
        <p:nvPicPr>
          <p:cNvPr id="3" name="Picture 2" descr="source_34_20260420_19142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