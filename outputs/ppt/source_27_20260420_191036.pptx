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观察者网-首页</a:t>
            </a:r>
          </a:p>
          <a:p>
            <a:r>
              <a:t>2026-04-20 19:10:36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**近期活跃度较低**：过去7天内仅有一次数据变更（2026年4月20日），表明近期用户或系统活动较为平缓。</a:t>
            </a:r>
          </a:p>
          <a:p/>
          <a:p>
            <a:r>
              <a:t>2. **内容集中度高**：近30天内的唯一高频记录为“unknown”，占比100%，说明数据来源或分类标签可能存在缺失或未明情况。</a:t>
            </a:r>
          </a:p>
          <a:p/>
          <a:p>
            <a:r>
              <a:t>3. **整体变动有限**：总变更次数仅为1次，反映出该数据集当前处于低更新状态，可能为静态或初始化阶段的数据。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source_27_20260420_191036_trend.png</a:t>
            </a:r>
          </a:p>
        </p:txBody>
      </p:sp>
      <p:pic>
        <p:nvPicPr>
          <p:cNvPr id="3" name="Picture 2" descr="source_27_20260420_19103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source_27_20260420_191036_cumulative.png</a:t>
            </a:r>
          </a:p>
        </p:txBody>
      </p:sp>
      <p:pic>
        <p:nvPicPr>
          <p:cNvPr id="3" name="Picture 2" descr="source_27_20260420_19103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source_27_20260420_191036_top.png</a:t>
            </a:r>
          </a:p>
        </p:txBody>
      </p:sp>
      <p:pic>
        <p:nvPicPr>
          <p:cNvPr id="3" name="Picture 2" descr="source_27_20260420_19103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