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新浪新闻-国内</a:t>
            </a:r>
          </a:p>
          <a:p>
            <a:r>
              <a:t>2026-04-20 19:02:46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**近期活跃度较低**：过去7天仅有一次数据变更（2026年4月20日），表明近期系统或业务活动较为平缓。</a:t>
            </a:r>
          </a:p>
          <a:p/>
          <a:p>
            <a:r>
              <a:t>2. **热门记录不明确**：近30天内的主要记录关键词为“unknown”，可能意味着数据标签缺失或存在未分类的条目，建议检查数据标注完整性。</a:t>
            </a:r>
          </a:p>
          <a:p/>
          <a:p>
            <a:r>
              <a:t>3. **整体变动有限**：总变更次数仅为1次，说明当前数据状态相对稳定，但可能也反映出更新频率较低或处于初始阶段。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source_6_20260420_190246_trend.png</a:t>
            </a:r>
          </a:p>
        </p:txBody>
      </p:sp>
      <p:pic>
        <p:nvPicPr>
          <p:cNvPr id="3" name="Picture 2" descr="source_6_20260420_19024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source_6_20260420_190246_cumulative.png</a:t>
            </a:r>
          </a:p>
        </p:txBody>
      </p:sp>
      <p:pic>
        <p:nvPicPr>
          <p:cNvPr id="3" name="Picture 2" descr="source_6_20260420_19024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source_6_20260420_190246_top.png</a:t>
            </a:r>
          </a:p>
        </p:txBody>
      </p:sp>
      <p:pic>
        <p:nvPicPr>
          <p:cNvPr id="3" name="Picture 2" descr="source_6_20260420_19024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