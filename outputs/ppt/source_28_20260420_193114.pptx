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界面新闻-首页</a:t>
            </a:r>
          </a:p>
          <a:p>
            <a:r>
              <a:t>2026-04-20 19:31:14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**近期活跃度较低**：过去7天内仅有一次数据更新（4月20日），总变更次数仅为2次，表明近期内容更新频率较低或处于静默期。  </a:t>
            </a:r>
          </a:p>
          <a:p>
            <a:r>
              <a:t>2. **热点内容集中**：近30天最受关注的记录为美国对华锂电材料“双反”调查相关话题，但互动量（2次）有限，可能属于专业领域的小范围讨论。  </a:t>
            </a:r>
          </a:p>
          <a:p>
            <a:r>
              <a:t>3. **整体内容规模较小**：总变更次数仅2次，说明数据量级有限，可能处于项目初期或垂直细分领域，需持续观察增长趋势。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source_28_20260420_193113_trend.png</a:t>
            </a:r>
          </a:p>
        </p:txBody>
      </p:sp>
      <p:pic>
        <p:nvPicPr>
          <p:cNvPr id="3" name="Picture 2" descr="source_28_20260420_19311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source_28_20260420_193113_cumulative.png</a:t>
            </a:r>
          </a:p>
        </p:txBody>
      </p:sp>
      <p:pic>
        <p:nvPicPr>
          <p:cNvPr id="3" name="Picture 2" descr="source_28_20260420_19311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source_28_20260420_193113_top.png</a:t>
            </a:r>
          </a:p>
        </p:txBody>
      </p:sp>
      <p:pic>
        <p:nvPicPr>
          <p:cNvPr id="3" name="Picture 2" descr="source_28_20260420_19311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