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新浪新闻-国际</a:t>
            </a:r>
          </a:p>
          <a:p>
            <a:r>
              <a:t>2026-04-20 19:51:24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**近期活动集中**：过去7天内仅4月20日有4次变更，表明近期数据变动较为集中，其他时间无更新。  </a:t>
            </a:r>
          </a:p>
          <a:p>
            <a:r>
              <a:t>2. **未知记录占主导**：近30天最频繁的变更记录为“unknown”，共4次，提示关键信息可能存在缺失或归类问题。  </a:t>
            </a:r>
          </a:p>
          <a:p>
            <a:r>
              <a:t>3. **整体变动量低**：总变更次数仅为4次，说明系统或业务活动处于低活跃状态，可能需要关注数据更新频率。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source_7_20260420_195123_trend.png</a:t>
            </a:r>
          </a:p>
        </p:txBody>
      </p:sp>
      <p:pic>
        <p:nvPicPr>
          <p:cNvPr id="3" name="Picture 2" descr="source_7_20260420_195123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source_7_20260420_195123_cumulative.png</a:t>
            </a:r>
          </a:p>
        </p:txBody>
      </p:sp>
      <p:pic>
        <p:nvPicPr>
          <p:cNvPr id="3" name="Picture 2" descr="source_7_20260420_195123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source_7_20260420_195123_top.png</a:t>
            </a:r>
          </a:p>
        </p:txBody>
      </p:sp>
      <p:pic>
        <p:nvPicPr>
          <p:cNvPr id="3" name="Picture 2" descr="source_7_20260420_195123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