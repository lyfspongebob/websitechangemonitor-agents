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网易新闻-国际</a:t>
            </a:r>
          </a:p>
          <a:p>
            <a:r>
              <a:t>2026-04-20 20:00:55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**近期更新活跃度较低**：过去7天内仅有一次数据更新（3条记录），整体更新频率不高，总变更量仅为3条，系统或内容处于低活跃状态。</a:t>
            </a:r>
          </a:p>
          <a:p/>
          <a:p>
            <a:r>
              <a:t>2. **热点事件集中但关注度分散**：近30天热门记录均为国际政治与突发事件（如美伊关系、日本地震、芯片管制），但每条仅被记录1次，说明话题多样但缺乏持续性焦点。</a:t>
            </a:r>
          </a:p>
          <a:p/>
          <a:p>
            <a:r>
              <a:t>3. **内容覆盖国际时政与科技领域**：热门关键词同时涉及地缘政治（霍尔木兹海峡、美伊谈判）、自然灾害（日本地震）及科技产业（芯片出口管制），反映数据来源可能偏向全球新闻动态。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source_13_20260420_200055_trend.png</a:t>
            </a:r>
          </a:p>
        </p:txBody>
      </p:sp>
      <p:pic>
        <p:nvPicPr>
          <p:cNvPr id="3" name="Picture 2" descr="source_13_20260420_20005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source_13_20260420_200055_cumulative.png</a:t>
            </a:r>
          </a:p>
        </p:txBody>
      </p:sp>
      <p:pic>
        <p:nvPicPr>
          <p:cNvPr id="3" name="Picture 2" descr="source_13_20260420_20005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source_13_20260420_200055_top.png</a:t>
            </a:r>
          </a:p>
        </p:txBody>
      </p:sp>
      <p:pic>
        <p:nvPicPr>
          <p:cNvPr id="3" name="Picture 2" descr="source_13_20260420_20005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