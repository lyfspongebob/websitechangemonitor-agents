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同花顺财经</a:t>
            </a:r>
          </a:p>
          <a:p>
            <a:r>
              <a:t>2026-04-20 19:36:37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**近期活跃度较低**：过去7天仅发生2次数据变更，整体更新频率较为平缓，近期业务变动或数据维护活动较少。</a:t>
            </a:r>
          </a:p>
          <a:p/>
          <a:p>
            <a:r>
              <a:t>2. **内容集中度高**：近30天最常更新的记录为“同花顺财经快讯及公告摘要”，共更新2次，表明当前数据更新主要围绕该主题展开。</a:t>
            </a:r>
          </a:p>
          <a:p/>
          <a:p>
            <a:r>
              <a:t>3. **整体变更量有限**：总变更次数为2次，说明数据整体处于相对稳定状态，新增或修改的内容较少。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source_43_20260420_193629_trend.png</a:t>
            </a:r>
          </a:p>
        </p:txBody>
      </p:sp>
      <p:pic>
        <p:nvPicPr>
          <p:cNvPr id="3" name="Picture 2" descr="source_43_20260420_19362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source_43_20260420_193629_cumulative.png</a:t>
            </a:r>
          </a:p>
        </p:txBody>
      </p:sp>
      <p:pic>
        <p:nvPicPr>
          <p:cNvPr id="3" name="Picture 2" descr="source_43_20260420_19362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source_43_20260420_193629_top.png</a:t>
            </a:r>
          </a:p>
        </p:txBody>
      </p:sp>
      <p:pic>
        <p:nvPicPr>
          <p:cNvPr id="3" name="Picture 2" descr="source_43_20260420_19362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