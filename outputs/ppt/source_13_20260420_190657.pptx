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网易新闻-国际</a:t>
            </a:r>
          </a:p>
          <a:p>
            <a:r>
              <a:t>2026-04-20 19:06:57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**近期活跃度较低**：过去7天仅有一次数据更新（4月20日），整体内容变动频率偏低，可能处于信息平缓期。  </a:t>
            </a:r>
          </a:p>
          <a:p>
            <a:r>
              <a:t>2. **热点集中度较高**：近30天最受关注的记录仅有一条，内容涉及国际政治议题，显示用户当前注意力较为聚焦。  </a:t>
            </a:r>
          </a:p>
          <a:p>
            <a:r>
              <a:t>3. **整体数据规模有限**：总变更次数仅为1次，说明信息库尚在起步或低活跃阶段，需持续观察后续更新趋势。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source_13_20260420_190657_trend.png</a:t>
            </a:r>
          </a:p>
        </p:txBody>
      </p:sp>
      <p:pic>
        <p:nvPicPr>
          <p:cNvPr id="3" name="Picture 2" descr="source_13_20260420_190657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source_13_20260420_190657_cumulative.png</a:t>
            </a:r>
          </a:p>
        </p:txBody>
      </p:sp>
      <p:pic>
        <p:nvPicPr>
          <p:cNvPr id="3" name="Picture 2" descr="source_13_20260420_190657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source_13_20260420_190657_top.png</a:t>
            </a:r>
          </a:p>
        </p:txBody>
      </p:sp>
      <p:pic>
        <p:nvPicPr>
          <p:cNvPr id="3" name="Picture 2" descr="source_13_20260420_190657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