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人民网-首页</a:t>
            </a:r>
          </a:p>
          <a:p>
            <a:r>
              <a:t>2026-04-20 19:31:11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根据提供的数据指标，以下是3条简短洞察：</a:t>
            </a:r>
          </a:p>
          <a:p/>
          <a:p>
            <a:r>
              <a:t>1. **近期活跃度较低**：过去7天内仅有一次数据变更（4月20日），表明近期系统或业务活动较为平缓。</a:t>
            </a:r>
          </a:p>
          <a:p/>
          <a:p>
            <a:r>
              <a:t>2. **未知记录占比较高**：最近30天内的主要变更记录中，“unknown”类型出现频次最高（2次），建议进一步明确记录分类以提高数据可读性。</a:t>
            </a:r>
          </a:p>
          <a:p/>
          <a:p>
            <a:r>
              <a:t>3. **整体变更量有限**：总变更次数仅为2次，说明当前数据变动幅度较小，可能处于稳定阶段或初始状态。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source_31_20260420_193111_trend.png</a:t>
            </a:r>
          </a:p>
        </p:txBody>
      </p:sp>
      <p:pic>
        <p:nvPicPr>
          <p:cNvPr id="3" name="Picture 2" descr="source_31_20260420_19311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source_31_20260420_193111_cumulative.png</a:t>
            </a:r>
          </a:p>
        </p:txBody>
      </p:sp>
      <p:pic>
        <p:nvPicPr>
          <p:cNvPr id="3" name="Picture 2" descr="source_31_20260420_19311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source_31_20260420_193111_top.png</a:t>
            </a:r>
          </a:p>
        </p:txBody>
      </p:sp>
      <p:pic>
        <p:nvPicPr>
          <p:cNvPr id="3" name="Picture 2" descr="source_31_20260420_19311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