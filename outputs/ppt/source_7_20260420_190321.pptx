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新浪新闻-国际</a:t>
            </a:r>
          </a:p>
          <a:p>
            <a:r>
              <a:t>2026-04-20 19:03:21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**近期活动显著减少**：过去7天仅记录到1次数据变更，表明近期系统或用户活跃度处于较低水平。</a:t>
            </a:r>
          </a:p>
          <a:p/>
          <a:p>
            <a:r>
              <a:t>2. **关键操作来源不明**：最近30天最主要的操作记录（1次）标记为“unknown”，建议检查数据采集或分类规则，确保关键行为可追溯。</a:t>
            </a:r>
          </a:p>
          <a:p/>
          <a:p>
            <a:r>
              <a:t>3. **整体变更量极低**：总变更次数仅为1次，说明系统处于初始状态或静默期，可能需要推动初始化操作或监测异常停滞。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source_7_20260420_190321_trend.png</a:t>
            </a:r>
          </a:p>
        </p:txBody>
      </p:sp>
      <p:pic>
        <p:nvPicPr>
          <p:cNvPr id="3" name="Picture 2" descr="source_7_20260420_19032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source_7_20260420_190321_cumulative.png</a:t>
            </a:r>
          </a:p>
        </p:txBody>
      </p:sp>
      <p:pic>
        <p:nvPicPr>
          <p:cNvPr id="3" name="Picture 2" descr="source_7_20260420_19032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source_7_20260420_190321_top.png</a:t>
            </a:r>
          </a:p>
        </p:txBody>
      </p:sp>
      <p:pic>
        <p:nvPicPr>
          <p:cNvPr id="3" name="Picture 2" descr="source_7_20260420_19032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