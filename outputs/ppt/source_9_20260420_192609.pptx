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新浪新闻-科技</a:t>
            </a:r>
          </a:p>
          <a:p>
            <a:r>
              <a:t>2026-04-20 19:26:09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**近期活跃度较低**：过去7天内仅记录到1次数据变更（4月20日），表明近期系统或业务活动较为平缓。</a:t>
            </a:r>
          </a:p>
          <a:p/>
          <a:p>
            <a:r>
              <a:t>2. **关键记录来源不明**：近30天高频变更记录中，主要来源标记为“unknown”，建议完善数据来源追踪机制以提高分析准确性。</a:t>
            </a:r>
          </a:p>
          <a:p/>
          <a:p>
            <a:r>
              <a:t>3. **整体变更量有限**：历史累计变更总量仅为2次，说明该数据集的变动频率较低，可能属于稳定性较高的基础数据。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source_9_20260420_192609_trend.png</a:t>
            </a:r>
          </a:p>
        </p:txBody>
      </p:sp>
      <p:pic>
        <p:nvPicPr>
          <p:cNvPr id="3" name="Picture 2" descr="source_9_20260420_19260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source_9_20260420_192609_cumulative.png</a:t>
            </a:r>
          </a:p>
        </p:txBody>
      </p:sp>
      <p:pic>
        <p:nvPicPr>
          <p:cNvPr id="3" name="Picture 2" descr="source_9_20260420_19260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source_9_20260420_192609_top.png</a:t>
            </a:r>
          </a:p>
        </p:txBody>
      </p:sp>
      <p:pic>
        <p:nvPicPr>
          <p:cNvPr id="3" name="Picture 2" descr="source_9_20260420_19260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