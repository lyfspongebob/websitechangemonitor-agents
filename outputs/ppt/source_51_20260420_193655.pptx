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快科技-首页</a:t>
            </a:r>
          </a:p>
          <a:p>
            <a:r>
              <a:t>2026-04-20 19:36:55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**近期活跃度较低**：过去7天仅有一次数据更新（4月20日），整体变动频率较低，内容维护或更新节奏较为平缓。  </a:t>
            </a:r>
          </a:p>
          <a:p>
            <a:r>
              <a:t>2. **内容关注度集中**：近30天最受关注的记录为华为Pura 90 Pro Max相关主题，但互动量（2次）有限，可能需进一步观察用户兴趣方向。  </a:t>
            </a:r>
          </a:p>
          <a:p>
            <a:r>
              <a:t>3. **整体变动量有限**：总变更次数仅为2次，说明数据或内容更新规模较小，可能处于初始阶段或低活跃周期。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source_51_20260420_193655_trend.png</a:t>
            </a:r>
          </a:p>
        </p:txBody>
      </p:sp>
      <p:pic>
        <p:nvPicPr>
          <p:cNvPr id="3" name="Picture 2" descr="source_51_20260420_1936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source_51_20260420_193655_cumulative.png</a:t>
            </a:r>
          </a:p>
        </p:txBody>
      </p:sp>
      <p:pic>
        <p:nvPicPr>
          <p:cNvPr id="3" name="Picture 2" descr="source_51_20260420_1936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source_51_20260420_193655_top.png</a:t>
            </a:r>
          </a:p>
        </p:txBody>
      </p:sp>
      <p:pic>
        <p:nvPicPr>
          <p:cNvPr id="3" name="Picture 2" descr="source_51_20260420_1936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