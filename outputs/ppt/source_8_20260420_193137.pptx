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新浪新闻-财经</a:t>
            </a:r>
          </a:p>
          <a:p>
            <a:r>
              <a:t>2026-04-20 19:31:37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**近期活跃度较低**：过去7天仅记录到1次数据更新（4月20日），整体更新频率较为平缓。  </a:t>
            </a:r>
          </a:p>
          <a:p>
            <a:r>
              <a:t>2. **关注点较为分散**：近30天热门记录中，“unknown”标签出现2次，占比最高，可能反映部分信息未明确归类或存在数据缺失。  </a:t>
            </a:r>
          </a:p>
          <a:p>
            <a:r>
              <a:t>3. **整体数据量有限**：累计总变更次数为3次，说明当前数据规模较小，可进一步观察长期趋势以评估增长动态。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source_8_20260420_193137_trend.png</a:t>
            </a:r>
          </a:p>
        </p:txBody>
      </p:sp>
      <p:pic>
        <p:nvPicPr>
          <p:cNvPr id="3" name="Picture 2" descr="source_8_20260420_19313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source_8_20260420_193137_cumulative.png</a:t>
            </a:r>
          </a:p>
        </p:txBody>
      </p:sp>
      <p:pic>
        <p:nvPicPr>
          <p:cNvPr id="3" name="Picture 2" descr="source_8_20260420_19313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source_8_20260420_193137_top.png</a:t>
            </a:r>
          </a:p>
        </p:txBody>
      </p:sp>
      <p:pic>
        <p:nvPicPr>
          <p:cNvPr id="3" name="Picture 2" descr="source_8_20260420_19313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