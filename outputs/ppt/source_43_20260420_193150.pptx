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同花顺财经</a:t>
            </a:r>
          </a:p>
          <a:p>
            <a:r>
              <a:t>2026-04-20 19:31:50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**近期活跃度较低**：过去7天仅记录到1次数据变更，表明近期系统或内容更新频率较低，可能需要关注运营节奏或内容产出情况。</a:t>
            </a:r>
          </a:p>
          <a:p/>
          <a:p>
            <a:r>
              <a:t>2. **用户关注点集中**：最近30天内最常访问的记录为“同花顺财经快讯及公告摘要”，说明当前用户对财经资讯类内容有较高兴趣，可考虑加强相关内容的推送或优化。</a:t>
            </a:r>
          </a:p>
          <a:p/>
          <a:p>
            <a:r>
              <a:t>3. **整体变动较少**：总变更次数仅为1次，结合近期数据来看，系统或内容处于相对稳定的状态，变动较少，可能需评估是否需要增加更新或优化动作以提升活跃度。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source_43_20260420_193150_trend.png</a:t>
            </a:r>
          </a:p>
        </p:txBody>
      </p:sp>
      <p:pic>
        <p:nvPicPr>
          <p:cNvPr id="3" name="Picture 2" descr="source_43_20260420_19315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source_43_20260420_193150_cumulative.png</a:t>
            </a:r>
          </a:p>
        </p:txBody>
      </p:sp>
      <p:pic>
        <p:nvPicPr>
          <p:cNvPr id="3" name="Picture 2" descr="source_43_20260420_19315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source_43_20260420_193150_top.png</a:t>
            </a:r>
          </a:p>
        </p:txBody>
      </p:sp>
      <p:pic>
        <p:nvPicPr>
          <p:cNvPr id="3" name="Picture 2" descr="source_43_20260420_19315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