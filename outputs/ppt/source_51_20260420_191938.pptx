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快科技-首页</a:t>
            </a:r>
          </a:p>
          <a:p>
            <a:r>
              <a:t>2026-04-20 19:19:38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**近期活跃度较低**：过去7天仅有一次数据更新（4月20日），整体内容变动频率偏低，可能处于运营平稳期或内容储备阶段。  </a:t>
            </a:r>
          </a:p>
          <a:p>
            <a:r>
              <a:t>2. **内容关注点集中**：近30天最受关注的记录为“华为Pura 90 Pro Max”相关解读，说明用户对头部科技产品的深度解析内容有较高兴趣。  </a:t>
            </a:r>
          </a:p>
          <a:p>
            <a:r>
              <a:t>3. **整体更新规模有限**：历史累计变动总量仅为1次，建议结合长期数据观察内容策略的持续性和增长潜力。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source_51_20260420_191938_trend.png</a:t>
            </a:r>
          </a:p>
        </p:txBody>
      </p:sp>
      <p:pic>
        <p:nvPicPr>
          <p:cNvPr id="3" name="Picture 2" descr="source_51_20260420_19193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source_51_20260420_191938_cumulative.png</a:t>
            </a:r>
          </a:p>
        </p:txBody>
      </p:sp>
      <p:pic>
        <p:nvPicPr>
          <p:cNvPr id="3" name="Picture 2" descr="source_51_20260420_19193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source_51_20260420_191938_top.png</a:t>
            </a:r>
          </a:p>
        </p:txBody>
      </p:sp>
      <p:pic>
        <p:nvPicPr>
          <p:cNvPr id="3" name="Picture 2" descr="source_51_20260420_19193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