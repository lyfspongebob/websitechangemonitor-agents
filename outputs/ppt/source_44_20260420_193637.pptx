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证券时报网</a:t>
            </a:r>
          </a:p>
          <a:p>
            <a:r>
              <a:t>2026-04-20 19:36:37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**近期活跃度较低**：过去7天仅记录到1次数据更新（4月20日），显示近期内容变动频率明显放缓。  </a:t>
            </a:r>
          </a:p>
          <a:p>
            <a:r>
              <a:t>2. **用户关注点集中**：近30天最受关注的记录为产业政策类信息（“上海产业互联网平台行动方案”），说明当前用户对宏观政策动态较为敏感。  </a:t>
            </a:r>
          </a:p>
          <a:p>
            <a:r>
              <a:t>3. **整体内容更新量有限**：历史累计变更次数仅为3次，表明该数据源更新频率较低或处于早期阶段。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source_44_20260420_193628_trend.png</a:t>
            </a:r>
          </a:p>
        </p:txBody>
      </p:sp>
      <p:pic>
        <p:nvPicPr>
          <p:cNvPr id="3" name="Picture 2" descr="source_44_20260420_19362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source_44_20260420_193628_cumulative.png</a:t>
            </a:r>
          </a:p>
        </p:txBody>
      </p:sp>
      <p:pic>
        <p:nvPicPr>
          <p:cNvPr id="3" name="Picture 2" descr="source_44_20260420_19362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source_44_20260420_193628_top.png</a:t>
            </a:r>
          </a:p>
        </p:txBody>
      </p:sp>
      <p:pic>
        <p:nvPicPr>
          <p:cNvPr id="3" name="Picture 2" descr="source_44_20260420_19362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