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中国新闻网-首页</a:t>
            </a:r>
          </a:p>
          <a:p>
            <a:r>
              <a:t>2026-04-20 19:31:54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**近期活跃度较低**：过去7天内仅记录到1次数据变更（4月20日），表明近期系统或业务活动较为平缓。</a:t>
            </a:r>
          </a:p>
          <a:p/>
          <a:p>
            <a:r>
              <a:t>2. **未知类型记录占主导**：近30天高频记录中，“unknown”类型出现次数最多（2次），建议进一步明确分类规则以提升数据清晰度。</a:t>
            </a:r>
          </a:p>
          <a:p/>
          <a:p>
            <a:r>
              <a:t>3. **整体变动量有限**：历史累计变更总量仅为2次，说明该数据集的稳定性较高，变动频率较低。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source_35_20260420_193154_trend.png</a:t>
            </a:r>
          </a:p>
        </p:txBody>
      </p:sp>
      <p:pic>
        <p:nvPicPr>
          <p:cNvPr id="3" name="Picture 2" descr="source_35_20260420_19315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source_35_20260420_193154_cumulative.png</a:t>
            </a:r>
          </a:p>
        </p:txBody>
      </p:sp>
      <p:pic>
        <p:nvPicPr>
          <p:cNvPr id="3" name="Picture 2" descr="source_35_20260420_19315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source_35_20260420_193154_top.png</a:t>
            </a:r>
          </a:p>
        </p:txBody>
      </p:sp>
      <p:pic>
        <p:nvPicPr>
          <p:cNvPr id="3" name="Picture 2" descr="source_35_20260420_19315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