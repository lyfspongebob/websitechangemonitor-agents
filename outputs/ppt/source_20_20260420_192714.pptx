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腾讯体育</a:t>
            </a:r>
          </a:p>
          <a:p>
            <a:r>
              <a:t>2026-04-20 19:27:14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**近期活跃度较低**：过去7天仅有一次内容更新（2次变更），表明近期内容维护频率不高，可能需要关注更新节奏。</a:t>
            </a:r>
          </a:p>
          <a:p/>
          <a:p>
            <a:r>
              <a:t>2. **用户关注点集中**：近30天热门记录均为“腾讯体育”相关内容，说明当前用户或业务重点明显偏向体育资讯领域。</a:t>
            </a:r>
          </a:p>
          <a:p/>
          <a:p>
            <a:r>
              <a:t>3. **整体内容规模有限**：总变更次数仅为2次，结合近期数据来看，内容库仍处于起步或低更新状态，可考虑逐步拓展内容覆盖范围。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source_20_20260420_192713_trend.png</a:t>
            </a:r>
          </a:p>
        </p:txBody>
      </p:sp>
      <p:pic>
        <p:nvPicPr>
          <p:cNvPr id="3" name="Picture 2" descr="source_20_20260420_19271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source_20_20260420_192713_cumulative.png</a:t>
            </a:r>
          </a:p>
        </p:txBody>
      </p:sp>
      <p:pic>
        <p:nvPicPr>
          <p:cNvPr id="3" name="Picture 2" descr="source_20_20260420_19271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source_20_20260420_192713_top.png</a:t>
            </a:r>
          </a:p>
        </p:txBody>
      </p:sp>
      <p:pic>
        <p:nvPicPr>
          <p:cNvPr id="3" name="Picture 2" descr="source_20_20260420_19271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