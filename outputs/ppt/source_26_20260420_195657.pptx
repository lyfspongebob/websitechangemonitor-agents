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19:56:57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**近期活跃度较低**：过去7天仅记录到1次数据更新（4月20日），总变更量为8次，整体内容更新频率较为平缓。</a:t>
            </a:r>
          </a:p>
          <a:p/>
          <a:p>
            <a:r>
              <a:t>2. **热点话题集中**：近30天最受关注的记录为“习近平同沙特王储兼首相穆罕默德通电话”，累计出现7次，显示外交类议题近期关注度较高。</a:t>
            </a:r>
          </a:p>
          <a:p/>
          <a:p>
            <a:r>
              <a:t>3. **监管类内容受关注**：药物滥用监管相关记录进入近期热门，反映政策与公共健康类议题持续具有讨论价值。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source_26_20260420_195657_trend.png</a:t>
            </a:r>
          </a:p>
        </p:txBody>
      </p:sp>
      <p:pic>
        <p:nvPicPr>
          <p:cNvPr id="3" name="Picture 2" descr="source_26_20260420_19565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source_26_20260420_195657_cumulative.png</a:t>
            </a:r>
          </a:p>
        </p:txBody>
      </p:sp>
      <p:pic>
        <p:nvPicPr>
          <p:cNvPr id="3" name="Picture 2" descr="source_26_20260420_19565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source_26_20260420_195657_top.png</a:t>
            </a:r>
          </a:p>
        </p:txBody>
      </p:sp>
      <p:pic>
        <p:nvPicPr>
          <p:cNvPr id="3" name="Picture 2" descr="source_26_20260420_19565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