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搜狐财经</a:t>
            </a:r>
          </a:p>
          <a:p>
            <a:r>
              <a:t>2026-04-20 20:02:11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**近期活跃度较低**：过去7天内仅有一次内容更新（4月20日），总更新量为6次，整体内容产出频率偏低，需关注持续运营节奏。</a:t>
            </a:r>
          </a:p>
          <a:p/>
          <a:p>
            <a:r>
              <a:t>2. **单篇内容热度突出**：近30天内最受关注的记录为《第一代网红奶茶奈雪，怎么悄悄亏麻了?》，累计互动/阅读量达6次，说明用户对行业深度分析类内容有较高兴趣。</a:t>
            </a:r>
          </a:p>
          <a:p/>
          <a:p>
            <a:r>
              <a:t>3. **整体内容规模有限**：截至目前总更新量仅为6条，内容库规模较小，建议结合热点话题增加产出，以提升长期用户粘性与平台活跃度。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source_23_20260420_200211_trend.png</a:t>
            </a:r>
          </a:p>
        </p:txBody>
      </p:sp>
      <p:pic>
        <p:nvPicPr>
          <p:cNvPr id="3" name="Picture 2" descr="source_23_20260420_200211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source_23_20260420_200211_cumulative.png</a:t>
            </a:r>
          </a:p>
        </p:txBody>
      </p:sp>
      <p:pic>
        <p:nvPicPr>
          <p:cNvPr id="3" name="Picture 2" descr="source_23_20260420_200211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source_23_20260420_200211_top.png</a:t>
            </a:r>
          </a:p>
        </p:txBody>
      </p:sp>
      <p:pic>
        <p:nvPicPr>
          <p:cNvPr id="3" name="Picture 2" descr="source_23_20260420_200211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