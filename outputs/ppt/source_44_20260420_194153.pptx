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证券时报网</a:t>
            </a:r>
          </a:p>
          <a:p>
            <a:r>
              <a:t>2026-04-20 19:41:53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**近期活跃度较低**：过去7天内仅有一次数据更新（4月20日），总变更次数为4次，整体内容更新频率较为平缓。</a:t>
            </a:r>
          </a:p>
          <a:p/>
          <a:p>
            <a:r>
              <a:t>2. **用户关注点集中**：近30天最受关注的记录为“上海产业互联网平台行动方案”，被查看2次，显示政策类信息对用户吸引力较高。</a:t>
            </a:r>
          </a:p>
          <a:p/>
          <a:p>
            <a:r>
              <a:t>3. **资讯来源单一化**：热门记录中证券时报相关摘要占比较高（2条），建议拓展更多元的信息来源以丰富内容维度。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source_44_20260420_194152_trend.png</a:t>
            </a:r>
          </a:p>
        </p:txBody>
      </p:sp>
      <p:pic>
        <p:nvPicPr>
          <p:cNvPr id="3" name="Picture 2" descr="source_44_20260420_194152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source_44_20260420_194152_cumulative.png</a:t>
            </a:r>
          </a:p>
        </p:txBody>
      </p:sp>
      <p:pic>
        <p:nvPicPr>
          <p:cNvPr id="3" name="Picture 2" descr="source_44_20260420_194152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source_44_20260420_194152_top.png</a:t>
            </a:r>
          </a:p>
        </p:txBody>
      </p:sp>
      <p:pic>
        <p:nvPicPr>
          <p:cNvPr id="3" name="Picture 2" descr="source_44_20260420_194152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