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新华网-首页</a:t>
            </a:r>
          </a:p>
          <a:p>
            <a:r>
              <a:t>2026-04-20 19:31:26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**近期活跃度较低**：过去7天仅记录到2次内容变更，整体更新频率较为平缓，可能处于信息稳定期。</a:t>
            </a:r>
          </a:p>
          <a:p/>
          <a:p>
            <a:r>
              <a:t>2. **热点内容集中**：近30天最受关注的记录为“习近平同沙特王储兼首相穆罕默德通电话”，且仅此一条记录被多次查阅，显示用户关注点高度聚焦于外交时政类信息。</a:t>
            </a:r>
          </a:p>
          <a:p/>
          <a:p>
            <a:r>
              <a:t>3. **数据总量有限**：总变更次数仅为2次，说明当前数据规模较小，可能处于系统初期或特定主题的专项跟踪阶段。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source_33_20260420_193124_trend.png</a:t>
            </a:r>
          </a:p>
        </p:txBody>
      </p:sp>
      <p:pic>
        <p:nvPicPr>
          <p:cNvPr id="3" name="Picture 2" descr="source_33_20260420_19312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source_33_20260420_193124_cumulative.png</a:t>
            </a:r>
          </a:p>
        </p:txBody>
      </p:sp>
      <p:pic>
        <p:nvPicPr>
          <p:cNvPr id="3" name="Picture 2" descr="source_33_20260420_19312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source_33_20260420_193124_top.png</a:t>
            </a:r>
          </a:p>
        </p:txBody>
      </p:sp>
      <p:pic>
        <p:nvPicPr>
          <p:cNvPr id="3" name="Picture 2" descr="source_33_20260420_19312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