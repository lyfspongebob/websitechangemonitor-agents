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19:46:13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**近期活跃度提升**：过去7天（截至2026年4月20日）共发生6次数据变更，与历史累计变更总量（6次）一致，说明近期数据维护活动较为集中。</a:t>
            </a:r>
          </a:p>
          <a:p/>
          <a:p>
            <a:r>
              <a:t>2. **未知来源占主导**：近30天高频变更记录中，“unknown”类别以5次变更位居第一，占比显著，建议关注数据来源的规范性与标注完整性。</a:t>
            </a:r>
          </a:p>
          <a:p/>
          <a:p>
            <a:r>
              <a:t>3. **内容分布集中**：除未知来源外，仅“新浪体育赛事赛程与结果汇总”产生1次变更，整体数据更新范围较窄，可考虑拓展覆盖领域以提升多样性。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source_10_20260420_194612_trend.png</a:t>
            </a:r>
          </a:p>
        </p:txBody>
      </p:sp>
      <p:pic>
        <p:nvPicPr>
          <p:cNvPr id="3" name="Picture 2" descr="source_10_20260420_19461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source_10_20260420_194612_cumulative.png</a:t>
            </a:r>
          </a:p>
        </p:txBody>
      </p:sp>
      <p:pic>
        <p:nvPicPr>
          <p:cNvPr id="3" name="Picture 2" descr="source_10_20260420_19461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source_10_20260420_194612_top.png</a:t>
            </a:r>
          </a:p>
        </p:txBody>
      </p:sp>
      <p:pic>
        <p:nvPicPr>
          <p:cNvPr id="3" name="Picture 2" descr="source_10_20260420_19461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