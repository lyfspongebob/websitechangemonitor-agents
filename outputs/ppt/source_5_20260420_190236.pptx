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中国天气网-全国天气</a:t>
            </a:r>
          </a:p>
          <a:p>
            <a:r>
              <a:t>2026-04-20 19:02:36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**近期更新活跃度较低**：过去7天内仅有一次数据更新（4月20日），整体更新频率较为平缓，可能处于数据稳定期或维护阶段。  </a:t>
            </a:r>
          </a:p>
          <a:p>
            <a:r>
              <a:t>2. **用户关注点集中**：近30天最常访问的记录为“全国24小时降水量预报”（3次），明显高于其他内容，说明用户对短期降水信息需求较高。  </a:t>
            </a:r>
          </a:p>
          <a:p>
            <a:r>
              <a:t>3. **数据总量有限**：总变更次数为4次，整体数据规模较小，可能为初期阶段或特定场景的轻量级数据集。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source_5_20260420_190236_trend.png</a:t>
            </a:r>
          </a:p>
        </p:txBody>
      </p:sp>
      <p:pic>
        <p:nvPicPr>
          <p:cNvPr id="3" name="Picture 2" descr="source_5_20260420_190236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source_5_20260420_190236_cumulative.png</a:t>
            </a:r>
          </a:p>
        </p:txBody>
      </p:sp>
      <p:pic>
        <p:nvPicPr>
          <p:cNvPr id="3" name="Picture 2" descr="source_5_20260420_190236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source_5_20260420_190236_top.png</a:t>
            </a:r>
          </a:p>
        </p:txBody>
      </p:sp>
      <p:pic>
        <p:nvPicPr>
          <p:cNvPr id="3" name="Picture 2" descr="source_5_20260420_190236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