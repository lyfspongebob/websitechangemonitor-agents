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网易财经</a:t>
            </a:r>
          </a:p>
          <a:p>
            <a:r>
              <a:t>2026-04-20 19:50:53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**近期活跃度集中**：过去7天仅在4月20日有7次数据变动，说明近期编辑活动高度集中在单日，整体更新频率较低。  </a:t>
            </a:r>
          </a:p>
          <a:p>
            <a:r>
              <a:t>2. **热点内容突出**：近30天最受关注的记录是“利润暴跌7成，字节到底在做什么”，共被编辑7次，反映该话题持续引发内容调整或讨论。  </a:t>
            </a:r>
          </a:p>
          <a:p>
            <a:r>
              <a:t>3. **整体变动量有限**：总变更次数为7次，与近期单日变动量相同，表明数据更新规模较小，可能处于信息稳定期或维护阶段。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source_14_20260420_195053_trend.png</a:t>
            </a:r>
          </a:p>
        </p:txBody>
      </p:sp>
      <p:pic>
        <p:nvPicPr>
          <p:cNvPr id="3" name="Picture 2" descr="source_14_20260420_19505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source_14_20260420_195053_cumulative.png</a:t>
            </a:r>
          </a:p>
        </p:txBody>
      </p:sp>
      <p:pic>
        <p:nvPicPr>
          <p:cNvPr id="3" name="Picture 2" descr="source_14_20260420_19505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source_14_20260420_195053_top.png</a:t>
            </a:r>
          </a:p>
        </p:txBody>
      </p:sp>
      <p:pic>
        <p:nvPicPr>
          <p:cNvPr id="3" name="Picture 2" descr="source_14_20260420_19505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