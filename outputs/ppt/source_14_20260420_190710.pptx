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19:07:10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**近期活跃度较低**：过去7天内仅有一次数据更新，表明近期内容或指标变动较少，整体活跃度处于低位。</a:t>
            </a:r>
          </a:p>
          <a:p/>
          <a:p>
            <a:r>
              <a:t>2. **用户关注点集中**：近30天最受关注的记录为“利润暴跌7成，字节到底在做什么”，说明当前用户或市场对字节跳动的财务表现有较高关注度。</a:t>
            </a:r>
          </a:p>
          <a:p/>
          <a:p>
            <a:r>
              <a:t>3. **整体变动有限**：总变动次数仅为1次，反映出数据或内容在观测周期内保持相对稳定，未出现频繁调整。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source_14_20260420_190710_trend.png</a:t>
            </a:r>
          </a:p>
        </p:txBody>
      </p:sp>
      <p:pic>
        <p:nvPicPr>
          <p:cNvPr id="3" name="Picture 2" descr="source_14_20260420_19071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source_14_20260420_190710_cumulative.png</a:t>
            </a:r>
          </a:p>
        </p:txBody>
      </p:sp>
      <p:pic>
        <p:nvPicPr>
          <p:cNvPr id="3" name="Picture 2" descr="source_14_20260420_19071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source_14_20260420_190710_top.png</a:t>
            </a:r>
          </a:p>
        </p:txBody>
      </p:sp>
      <p:pic>
        <p:nvPicPr>
          <p:cNvPr id="3" name="Picture 2" descr="source_14_20260420_19071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