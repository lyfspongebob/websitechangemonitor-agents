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网易财经</a:t>
            </a:r>
          </a:p>
          <a:p>
            <a:r>
              <a:t>2026-04-20 19:27:15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**近期活跃度较低**：过去7天仅记录到1次数据更新（4月20日），整体变动频率偏低，可能处于业务平稳期或数据收集间歇阶段。  </a:t>
            </a:r>
          </a:p>
          <a:p>
            <a:r>
              <a:t>2. **热点内容集中**：近30天最受关注的记录为“利润暴跌7成，字节到底在做什么”，累计出现2次，反映出用户对字节跳动盈利波动话题的持续关注。  </a:t>
            </a:r>
          </a:p>
          <a:p>
            <a:r>
              <a:t>3. **整体变动有限**：总变更次数仅为2次，说明近期数据维度或内容更新较少，建议结合更长时间范围观察趋势变化。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source_14_20260420_192715_trend.png</a:t>
            </a:r>
          </a:p>
        </p:txBody>
      </p:sp>
      <p:pic>
        <p:nvPicPr>
          <p:cNvPr id="3" name="Picture 2" descr="source_14_20260420_19271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source_14_20260420_192715_cumulative.png</a:t>
            </a:r>
          </a:p>
        </p:txBody>
      </p:sp>
      <p:pic>
        <p:nvPicPr>
          <p:cNvPr id="3" name="Picture 2" descr="source_14_20260420_19271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source_14_20260420_192715_top.png</a:t>
            </a:r>
          </a:p>
        </p:txBody>
      </p:sp>
      <p:pic>
        <p:nvPicPr>
          <p:cNvPr id="3" name="Picture 2" descr="source_14_20260420_19271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