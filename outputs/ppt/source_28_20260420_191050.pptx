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界面新闻-首页</a:t>
            </a:r>
          </a:p>
          <a:p>
            <a:r>
              <a:t>2026-04-20 19:10:50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**近期活跃度较低**：过去7天内仅记录到1次数据更新，表明近期信息变动频率不高，整体处于相对平稳状态。</a:t>
            </a:r>
          </a:p>
          <a:p/>
          <a:p>
            <a:r>
              <a:t>2. **热点内容集中**：近30天最受关注的记录为一条涉及中美贸易的锂电材料相关新闻，说明当前用户或市场对特定国际经贸事件关注度较高。</a:t>
            </a:r>
          </a:p>
          <a:p/>
          <a:p>
            <a:r>
              <a:t>3. **整体数据规模有限**：总变更次数仅为1次，反映出当前数据集的更新历史较短或变动范围较小，可能处于初始积累阶段。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source_28_20260420_191050_trend.png</a:t>
            </a:r>
          </a:p>
        </p:txBody>
      </p:sp>
      <p:pic>
        <p:nvPicPr>
          <p:cNvPr id="3" name="Picture 2" descr="source_28_20260420_19105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source_28_20260420_191050_cumulative.png</a:t>
            </a:r>
          </a:p>
        </p:txBody>
      </p:sp>
      <p:pic>
        <p:nvPicPr>
          <p:cNvPr id="3" name="Picture 2" descr="source_28_20260420_19105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source_28_20260420_191050_top.png</a:t>
            </a:r>
          </a:p>
        </p:txBody>
      </p:sp>
      <p:pic>
        <p:nvPicPr>
          <p:cNvPr id="3" name="Picture 2" descr="source_28_20260420_19105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